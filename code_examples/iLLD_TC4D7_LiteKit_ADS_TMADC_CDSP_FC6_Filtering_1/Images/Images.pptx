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heme/theme2.xml" ContentType="application/vnd.openxmlformats-officedocument.them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heme/theme3.xml" ContentType="application/vnd.openxmlformats-officedocument.theme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9"/>
  </p:notesMasterIdLst>
  <p:handoutMasterIdLst>
    <p:handoutMasterId r:id="rId10"/>
  </p:handoutMasterIdLst>
  <p:sldIdLst>
    <p:sldId id="273" r:id="rId5"/>
    <p:sldId id="275" r:id="rId6"/>
    <p:sldId id="277" r:id="rId7"/>
    <p:sldId id="278" r:id="rId8"/>
  </p:sldIdLst>
  <p:sldSz cx="12192000" cy="6858000"/>
  <p:notesSz cx="7099300" cy="10234613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96" autoAdjust="0"/>
  </p:normalViewPr>
  <p:slideViewPr>
    <p:cSldViewPr snapToObjects="1" showGuides="1">
      <p:cViewPr varScale="1">
        <p:scale>
          <a:sx n="160" d="100"/>
          <a:sy n="160" d="100"/>
        </p:scale>
        <p:origin x="108" y="12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image" Target="../media/image11.png"/><Relationship Id="rId2" Type="http://schemas.openxmlformats.org/officeDocument/2006/relationships/tags" Target="../tags/tag205.xml"/><Relationship Id="rId1" Type="http://schemas.openxmlformats.org/officeDocument/2006/relationships/theme" Target="../theme/theme3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5" Type="http://schemas.openxmlformats.org/officeDocument/2006/relationships/tags" Target="../tags/tag208.xml"/><Relationship Id="rId10" Type="http://schemas.openxmlformats.org/officeDocument/2006/relationships/tags" Target="../tags/tag213.xml"/><Relationship Id="rId4" Type="http://schemas.openxmlformats.org/officeDocument/2006/relationships/tags" Target="../tags/tag207.xml"/><Relationship Id="rId9" Type="http://schemas.openxmlformats.org/officeDocument/2006/relationships/tags" Target="../tags/tag2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2026-01-01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1.png"/><Relationship Id="rId2" Type="http://schemas.openxmlformats.org/officeDocument/2006/relationships/tags" Target="../tags/tag195.xml"/><Relationship Id="rId1" Type="http://schemas.openxmlformats.org/officeDocument/2006/relationships/theme" Target="../theme/theme2.xml"/><Relationship Id="rId6" Type="http://schemas.openxmlformats.org/officeDocument/2006/relationships/tags" Target="../tags/tag199.xml"/><Relationship Id="rId11" Type="http://schemas.openxmlformats.org/officeDocument/2006/relationships/tags" Target="../tags/tag204.xml"/><Relationship Id="rId5" Type="http://schemas.openxmlformats.org/officeDocument/2006/relationships/tags" Target="../tags/tag198.xml"/><Relationship Id="rId10" Type="http://schemas.openxmlformats.org/officeDocument/2006/relationships/tags" Target="../tags/tag203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2026-01-01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5.sv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4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5" Type="http://schemas.openxmlformats.org/officeDocument/2006/relationships/image" Target="../media/image7.pn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image" Target="../media/image8.jpg"/><Relationship Id="rId4" Type="http://schemas.openxmlformats.org/officeDocument/2006/relationships/tags" Target="../tags/tag27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image" Target="../media/image6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5.sv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4.png"/><Relationship Id="rId5" Type="http://schemas.openxmlformats.org/officeDocument/2006/relationships/tags" Target="../tags/tag36.xml"/><Relationship Id="rId10" Type="http://schemas.openxmlformats.org/officeDocument/2006/relationships/image" Target="../media/image9.jpeg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1.xml"/><Relationship Id="rId1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1.png"/><Relationship Id="rId5" Type="http://schemas.openxmlformats.org/officeDocument/2006/relationships/tags" Target="../tags/tag4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10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0" Type="http://schemas.openxmlformats.org/officeDocument/2006/relationships/tags" Target="../tags/tag149.xml"/><Relationship Id="rId4" Type="http://schemas.openxmlformats.org/officeDocument/2006/relationships/tags" Target="../tags/tag143.xml"/><Relationship Id="rId9" Type="http://schemas.openxmlformats.org/officeDocument/2006/relationships/tags" Target="../tags/tag14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5" Type="http://schemas.openxmlformats.org/officeDocument/2006/relationships/tags" Target="../tags/tag156.xml"/><Relationship Id="rId10" Type="http://schemas.openxmlformats.org/officeDocument/2006/relationships/tags" Target="../tags/tag161.xml"/><Relationship Id="rId4" Type="http://schemas.openxmlformats.org/officeDocument/2006/relationships/tags" Target="../tags/tag155.xml"/><Relationship Id="rId9" Type="http://schemas.openxmlformats.org/officeDocument/2006/relationships/tags" Target="../tags/tag160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5" Type="http://schemas.openxmlformats.org/officeDocument/2006/relationships/tags" Target="../tags/tag168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5" Type="http://schemas.openxmlformats.org/officeDocument/2006/relationships/tags" Target="../tags/tag180.xml"/><Relationship Id="rId10" Type="http://schemas.openxmlformats.org/officeDocument/2006/relationships/tags" Target="../tags/tag185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7" Type="http://schemas.openxmlformats.org/officeDocument/2006/relationships/image" Target="../media/image1.png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4.xml"/><Relationship Id="rId4" Type="http://schemas.openxmlformats.org/officeDocument/2006/relationships/tags" Target="../tags/tag19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912424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13" name="Crystal Shape">
            <a:extLst>
              <a:ext uri="{FF2B5EF4-FFF2-40B4-BE49-F238E27FC236}">
                <a16:creationId xmlns:a16="http://schemas.microsoft.com/office/drawing/2014/main" id="{A4208110-E884-BAAA-527C-E592A2F7FA29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18864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9994175" y="353272"/>
            <a:ext cx="1574433" cy="687428"/>
          </a:xfrm>
          <a:prstGeom prst="rect">
            <a:avLst/>
          </a:prstGeom>
        </p:spPr>
      </p:pic>
      <p:pic>
        <p:nvPicPr>
          <p:cNvPr id="22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5C8094CB-6CA5-4C8C-A34D-E405220AEA8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3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580F642-116E-41DC-881C-366C1DFCA47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9228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PROTECTION">
            <a:extLst>
              <a:ext uri="{FF2B5EF4-FFF2-40B4-BE49-F238E27FC236}">
                <a16:creationId xmlns:a16="http://schemas.microsoft.com/office/drawing/2014/main" id="{4DCE96B1-83D3-EAE7-D992-044F49F60C0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auto">
          <a:xfrm>
            <a:off x="263352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A close-up of a plant&#10;&#10;Description automatically generated">
            <a:extLst>
              <a:ext uri="{FF2B5EF4-FFF2-40B4-BE49-F238E27FC236}">
                <a16:creationId xmlns:a16="http://schemas.microsoft.com/office/drawing/2014/main" id="{D8A43A75-D6CE-2257-415C-1E0787C2AD1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06538" cy="6858000"/>
          </a:xfrm>
          <a:prstGeom prst="rect">
            <a:avLst/>
          </a:prstGeom>
        </p:spPr>
      </p:pic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807AF6D-9E64-2C4F-72B8-8E1B696F07B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34800" y="353272"/>
            <a:ext cx="1574433" cy="687428"/>
          </a:xfrm>
          <a:prstGeom prst="rect">
            <a:avLst/>
          </a:prstGeom>
        </p:spPr>
      </p:pic>
      <p:pic>
        <p:nvPicPr>
          <p:cNvPr id="20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B9B3D97A-9BFB-40A0-9441-80DA943DDD7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1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9FCA7E8-3379-4D22-BCD2-3178461C8B7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758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5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7" r:id="rId2"/>
    <p:sldLayoutId id="2147483755" r:id="rId3"/>
    <p:sldLayoutId id="2147483758" r:id="rId4"/>
    <p:sldLayoutId id="2147483751" r:id="rId5"/>
    <p:sldLayoutId id="2147483729" r:id="rId6"/>
    <p:sldLayoutId id="2147483730" r:id="rId7"/>
    <p:sldLayoutId id="2147483731" r:id="rId8"/>
    <p:sldLayoutId id="2147483747" r:id="rId9"/>
    <p:sldLayoutId id="2147483756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54" r:id="rId19"/>
    <p:sldLayoutId id="2147483753" r:id="rId20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A5ECB51-151F-43A5-8F1D-7BA1BDC147B5}"/>
              </a:ext>
            </a:extLst>
          </p:cNvPr>
          <p:cNvGrpSpPr/>
          <p:nvPr/>
        </p:nvGrpSpPr>
        <p:grpSpPr>
          <a:xfrm>
            <a:off x="3705099" y="2276872"/>
            <a:ext cx="4781802" cy="2217498"/>
            <a:chOff x="3100952" y="1355518"/>
            <a:chExt cx="4781802" cy="22174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759D5F1-3789-4C03-B211-041FEF86734D}"/>
                </a:ext>
              </a:extLst>
            </p:cNvPr>
            <p:cNvSpPr/>
            <p:nvPr/>
          </p:nvSpPr>
          <p:spPr bwMode="auto">
            <a:xfrm>
              <a:off x="4079776" y="1772816"/>
              <a:ext cx="2304256" cy="1800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72000" tIns="72000" rIns="72000" bIns="72000" rtlCol="0" anchor="b"/>
            <a:lstStyle/>
            <a:p>
              <a:pPr algn="r" defTabSz="576000" eaLnBrk="0" hangingPunct="0">
                <a:lnSpc>
                  <a:spcPct val="120000"/>
                </a:lnSpc>
              </a:pPr>
              <a:r>
                <a:rPr lang="de-DE" sz="1600" baseline="0" dirty="0">
                  <a:latin typeface="+mn-lt"/>
                  <a:ea typeface="+mn-ea"/>
                  <a:cs typeface="+mn-cs"/>
                </a:rPr>
                <a:t>Filter-chain FC6</a:t>
              </a:r>
              <a:endParaRPr lang="en-US" sz="1600" baseline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64DAC2-B176-40C7-8D94-F1A8060D4B7F}"/>
                </a:ext>
              </a:extLst>
            </p:cNvPr>
            <p:cNvSpPr/>
            <p:nvPr/>
          </p:nvSpPr>
          <p:spPr bwMode="auto">
            <a:xfrm>
              <a:off x="4547828" y="1988840"/>
              <a:ext cx="1368152" cy="8640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square" lIns="72000" tIns="72000" rIns="72000" bIns="72000" rtlCol="0" anchor="ctr"/>
            <a:lstStyle/>
            <a:p>
              <a:pPr algn="ctr" defTabSz="576000" eaLnBrk="0" hangingPunct="0">
                <a:lnSpc>
                  <a:spcPct val="120000"/>
                </a:lnSpc>
              </a:pPr>
              <a:r>
                <a:rPr lang="de-DE" sz="1600" baseline="0" dirty="0">
                  <a:latin typeface="+mn-lt"/>
                  <a:ea typeface="+mn-ea"/>
                  <a:cs typeface="+mn-cs"/>
                </a:rPr>
                <a:t>FFT</a:t>
              </a:r>
              <a:endParaRPr lang="en-US" sz="1600" baseline="0" dirty="0"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BA58A74-AB17-4448-BDF4-2FEE0A6DAECF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4079776" y="2420888"/>
              <a:ext cx="468052" cy="0"/>
            </a:xfrm>
            <a:prstGeom prst="straightConnector1">
              <a:avLst/>
            </a:prstGeom>
            <a:ln w="19050" cap="flat">
              <a:solidFill>
                <a:schemeClr val="tx1"/>
              </a:solidFill>
              <a:headEnd type="oval" w="lg" len="lg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FDF92A-81C2-4662-9426-E07E315942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7888" y="1556792"/>
              <a:ext cx="144016" cy="432048"/>
            </a:xfrm>
            <a:prstGeom prst="line">
              <a:avLst/>
            </a:prstGeom>
            <a:ln w="9525">
              <a:solidFill>
                <a:schemeClr val="bg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462E4F-D167-42BD-9342-A217DB99B3D4}"/>
                </a:ext>
              </a:extLst>
            </p:cNvPr>
            <p:cNvSpPr/>
            <p:nvPr/>
          </p:nvSpPr>
          <p:spPr>
            <a:xfrm>
              <a:off x="4027246" y="1355518"/>
              <a:ext cx="2409313" cy="20127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576000" eaLnBrk="0" hangingPunct="0">
                <a:lnSpc>
                  <a:spcPct val="120000"/>
                </a:lnSpc>
              </a:pPr>
              <a:r>
                <a:rPr lang="de-DE" sz="1200" dirty="0"/>
                <a:t>FFT (Fast Fourier Transform) Block</a:t>
              </a:r>
              <a:endParaRPr lang="en-US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0037A50-9A6F-48A2-B647-E656CCE33797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5915980" y="2420888"/>
              <a:ext cx="468052" cy="0"/>
            </a:xfrm>
            <a:prstGeom prst="straightConnector1">
              <a:avLst/>
            </a:prstGeom>
            <a:ln w="19050" cap="flat">
              <a:solidFill>
                <a:schemeClr val="tx1"/>
              </a:solidFill>
              <a:headEnd type="none" w="lg" len="lg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633020F-A756-457B-8F53-A42E136BA1D3}"/>
                </a:ext>
              </a:extLst>
            </p:cNvPr>
            <p:cNvCxnSpPr>
              <a:cxnSpLocks/>
            </p:cNvCxnSpPr>
            <p:nvPr/>
          </p:nvCxnSpPr>
          <p:spPr>
            <a:xfrm>
              <a:off x="6384032" y="2420888"/>
              <a:ext cx="792088" cy="0"/>
            </a:xfrm>
            <a:prstGeom prst="straightConnector1">
              <a:avLst/>
            </a:prstGeom>
            <a:ln w="19050" cap="flat">
              <a:solidFill>
                <a:schemeClr val="tx1"/>
              </a:solidFill>
              <a:headEnd type="oval" w="lg" len="lg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2A813B3-8CD2-495C-968F-D8473488F991}"/>
                </a:ext>
              </a:extLst>
            </p:cNvPr>
            <p:cNvCxnSpPr>
              <a:cxnSpLocks/>
            </p:cNvCxnSpPr>
            <p:nvPr/>
          </p:nvCxnSpPr>
          <p:spPr>
            <a:xfrm>
              <a:off x="3287688" y="2420888"/>
              <a:ext cx="792088" cy="0"/>
            </a:xfrm>
            <a:prstGeom prst="straightConnector1">
              <a:avLst/>
            </a:prstGeom>
            <a:ln w="19050" cap="flat">
              <a:solidFill>
                <a:schemeClr val="tx1"/>
              </a:solidFill>
              <a:headEnd type="none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719A4CB-C3E1-4ED6-BA11-42BC531F1C80}"/>
                </a:ext>
              </a:extLst>
            </p:cNvPr>
            <p:cNvSpPr/>
            <p:nvPr/>
          </p:nvSpPr>
          <p:spPr>
            <a:xfrm>
              <a:off x="3100952" y="2475158"/>
              <a:ext cx="913712" cy="20127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576000" eaLnBrk="0" hangingPunct="0">
                <a:lnSpc>
                  <a:spcPct val="120000"/>
                </a:lnSpc>
              </a:pPr>
              <a:r>
                <a:rPr lang="de-DE" sz="1200" dirty="0"/>
                <a:t>Primary Input</a:t>
              </a:r>
              <a:endParaRPr lang="en-US" sz="12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EFDBB3-FC98-4541-8FAC-7C9F44D9990F}"/>
                </a:ext>
              </a:extLst>
            </p:cNvPr>
            <p:cNvSpPr/>
            <p:nvPr/>
          </p:nvSpPr>
          <p:spPr>
            <a:xfrm>
              <a:off x="6442594" y="2480754"/>
              <a:ext cx="1440160" cy="20127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576000" eaLnBrk="0" hangingPunct="0">
                <a:lnSpc>
                  <a:spcPct val="120000"/>
                </a:lnSpc>
              </a:pPr>
              <a:r>
                <a:rPr lang="de-DE" sz="1200" dirty="0"/>
                <a:t>Filter-chain Output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4949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771796F-FF02-4229-A779-E40C896E6D04}"/>
              </a:ext>
            </a:extLst>
          </p:cNvPr>
          <p:cNvGrpSpPr/>
          <p:nvPr/>
        </p:nvGrpSpPr>
        <p:grpSpPr>
          <a:xfrm>
            <a:off x="4151784" y="1988840"/>
            <a:ext cx="3547177" cy="2736304"/>
            <a:chOff x="4151784" y="1988840"/>
            <a:chExt cx="3547177" cy="273630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E2751E7-F8E3-4B43-B5B8-87ECED802126}"/>
                </a:ext>
              </a:extLst>
            </p:cNvPr>
            <p:cNvSpPr/>
            <p:nvPr/>
          </p:nvSpPr>
          <p:spPr bwMode="auto">
            <a:xfrm>
              <a:off x="4151784" y="1988840"/>
              <a:ext cx="2688216" cy="2736304"/>
            </a:xfrm>
            <a:prstGeom prst="rect">
              <a:avLst/>
            </a:prstGeom>
            <a:solidFill>
              <a:srgbClr val="D8D8D8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54000" tIns="18000" rIns="72000" bIns="1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000" dirty="0"/>
                <a:t>TC49xN</a:t>
              </a:r>
              <a:endParaRPr lang="en-US" sz="1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C5DA800-D089-43C6-A160-A3343C7262BE}"/>
                </a:ext>
              </a:extLst>
            </p:cNvPr>
            <p:cNvSpPr/>
            <p:nvPr/>
          </p:nvSpPr>
          <p:spPr bwMode="auto">
            <a:xfrm>
              <a:off x="4223792" y="2204864"/>
              <a:ext cx="1692016" cy="1739066"/>
            </a:xfrm>
            <a:prstGeom prst="rect">
              <a:avLst/>
            </a:prstGeom>
            <a:solidFill>
              <a:srgbClr val="FFF2CC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54000" tIns="18000" rIns="54000" bIns="1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000" dirty="0"/>
                <a:t>GTM</a:t>
              </a:r>
              <a:endParaRPr lang="en-US" sz="10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40CEF4D-68DF-4617-BD55-E9C422380C20}"/>
                </a:ext>
              </a:extLst>
            </p:cNvPr>
            <p:cNvSpPr/>
            <p:nvPr/>
          </p:nvSpPr>
          <p:spPr bwMode="auto">
            <a:xfrm>
              <a:off x="4295800" y="2420888"/>
              <a:ext cx="1555146" cy="855111"/>
            </a:xfrm>
            <a:prstGeom prst="rect">
              <a:avLst/>
            </a:prstGeom>
            <a:solidFill>
              <a:srgbClr val="FEE599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54000" tIns="18000" rIns="54000" bIns="1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000" dirty="0"/>
                <a:t>Cluster [0]</a:t>
              </a:r>
              <a:endParaRPr lang="en-US" sz="10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09ADED3-3E29-4900-935A-FD6F1C47B3D0}"/>
                </a:ext>
              </a:extLst>
            </p:cNvPr>
            <p:cNvSpPr/>
            <p:nvPr/>
          </p:nvSpPr>
          <p:spPr bwMode="auto">
            <a:xfrm>
              <a:off x="4223792" y="4185136"/>
              <a:ext cx="1692016" cy="468000"/>
            </a:xfrm>
            <a:prstGeom prst="rect">
              <a:avLst/>
            </a:prstGeom>
            <a:solidFill>
              <a:srgbClr val="DBEEF3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54000" tIns="18000" rIns="54000" bIns="1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000" dirty="0"/>
                <a:t>ADC</a:t>
              </a:r>
              <a:endParaRPr lang="en-US" sz="10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D686C95-32BA-4D31-BECE-04609F5533BD}"/>
                </a:ext>
              </a:extLst>
            </p:cNvPr>
            <p:cNvSpPr/>
            <p:nvPr/>
          </p:nvSpPr>
          <p:spPr bwMode="auto">
            <a:xfrm>
              <a:off x="4367806" y="2973600"/>
              <a:ext cx="1421940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TOMCH[4]</a:t>
              </a:r>
              <a:endParaRPr lang="en-US" sz="1000" dirty="0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01A4CF6-19A3-4970-9793-863196E4CC4E}"/>
                </a:ext>
              </a:extLst>
            </p:cNvPr>
            <p:cNvCxnSpPr>
              <a:cxnSpLocks/>
              <a:stCxn id="47" idx="3"/>
              <a:endCxn id="52" idx="1"/>
            </p:cNvCxnSpPr>
            <p:nvPr/>
          </p:nvCxnSpPr>
          <p:spPr>
            <a:xfrm>
              <a:off x="5789746" y="3094200"/>
              <a:ext cx="40225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6584D42-05F1-4172-B198-4649C060BF8C}"/>
                </a:ext>
              </a:extLst>
            </p:cNvPr>
            <p:cNvSpPr/>
            <p:nvPr/>
          </p:nvSpPr>
          <p:spPr bwMode="auto">
            <a:xfrm>
              <a:off x="6192000" y="2973600"/>
              <a:ext cx="648000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P02.8</a:t>
              </a:r>
              <a:endParaRPr lang="en-US" sz="10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1AE6859-B1F5-4F27-B4F9-E46F754C7785}"/>
                </a:ext>
              </a:extLst>
            </p:cNvPr>
            <p:cNvSpPr/>
            <p:nvPr/>
          </p:nvSpPr>
          <p:spPr bwMode="auto">
            <a:xfrm>
              <a:off x="7050961" y="2973600"/>
              <a:ext cx="648000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RC Filter</a:t>
              </a:r>
              <a:endParaRPr lang="en-US" sz="1000" dirty="0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0C162E7-BB26-47A2-8D9E-CD588F728A09}"/>
                </a:ext>
              </a:extLst>
            </p:cNvPr>
            <p:cNvCxnSpPr>
              <a:cxnSpLocks/>
              <a:stCxn id="52" idx="3"/>
              <a:endCxn id="55" idx="1"/>
            </p:cNvCxnSpPr>
            <p:nvPr/>
          </p:nvCxnSpPr>
          <p:spPr>
            <a:xfrm>
              <a:off x="6840000" y="3094200"/>
              <a:ext cx="210961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365DC14-D420-487C-A27F-C9FE86341DBE}"/>
                </a:ext>
              </a:extLst>
            </p:cNvPr>
            <p:cNvSpPr/>
            <p:nvPr/>
          </p:nvSpPr>
          <p:spPr bwMode="auto">
            <a:xfrm>
              <a:off x="6192000" y="4365136"/>
              <a:ext cx="648000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AN10</a:t>
              </a:r>
              <a:endParaRPr lang="en-US" sz="10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E5E2566-2CE7-4FE7-A7E5-A56499E7E68F}"/>
                </a:ext>
              </a:extLst>
            </p:cNvPr>
            <p:cNvSpPr/>
            <p:nvPr/>
          </p:nvSpPr>
          <p:spPr bwMode="auto">
            <a:xfrm>
              <a:off x="4295800" y="4365136"/>
              <a:ext cx="467992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CDSP0</a:t>
              </a:r>
              <a:endParaRPr lang="en-US" sz="10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814D1AA-595F-4F7C-9DB3-2315F8E69285}"/>
                </a:ext>
              </a:extLst>
            </p:cNvPr>
            <p:cNvSpPr/>
            <p:nvPr/>
          </p:nvSpPr>
          <p:spPr bwMode="auto">
            <a:xfrm>
              <a:off x="4907808" y="4365136"/>
              <a:ext cx="943200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TMADC0.CH10</a:t>
              </a:r>
              <a:endParaRPr lang="en-US" sz="1000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319CF0F-4118-4173-8A96-A3F741B74F65}"/>
                </a:ext>
              </a:extLst>
            </p:cNvPr>
            <p:cNvCxnSpPr>
              <a:cxnSpLocks/>
              <a:stCxn id="62" idx="3"/>
              <a:endCxn id="59" idx="1"/>
            </p:cNvCxnSpPr>
            <p:nvPr/>
          </p:nvCxnSpPr>
          <p:spPr>
            <a:xfrm>
              <a:off x="5851008" y="4485736"/>
              <a:ext cx="34099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2AF59EA-3AE5-4221-BEA2-9CA889864502}"/>
                </a:ext>
              </a:extLst>
            </p:cNvPr>
            <p:cNvCxnSpPr>
              <a:cxnSpLocks/>
              <a:stCxn id="61" idx="3"/>
              <a:endCxn id="62" idx="1"/>
            </p:cNvCxnSpPr>
            <p:nvPr/>
          </p:nvCxnSpPr>
          <p:spPr>
            <a:xfrm>
              <a:off x="4763792" y="4485736"/>
              <a:ext cx="144016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D34299B5-D092-4F64-B571-618EA4395A98}"/>
                </a:ext>
              </a:extLst>
            </p:cNvPr>
            <p:cNvCxnSpPr>
              <a:stCxn id="55" idx="3"/>
              <a:endCxn id="59" idx="3"/>
            </p:cNvCxnSpPr>
            <p:nvPr/>
          </p:nvCxnSpPr>
          <p:spPr>
            <a:xfrm flipH="1">
              <a:off x="6840000" y="3094200"/>
              <a:ext cx="858961" cy="1391536"/>
            </a:xfrm>
            <a:prstGeom prst="bentConnector3">
              <a:avLst>
                <a:gd name="adj1" fmla="val -26614"/>
              </a:avLst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26BEBBB-F808-4339-97F1-ECAB578080D1}"/>
                </a:ext>
              </a:extLst>
            </p:cNvPr>
            <p:cNvSpPr/>
            <p:nvPr/>
          </p:nvSpPr>
          <p:spPr bwMode="auto">
            <a:xfrm>
              <a:off x="4367816" y="2651191"/>
              <a:ext cx="1421766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TOMCH[1]</a:t>
              </a:r>
              <a:endParaRPr lang="en-US" sz="1000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2094A61-4614-411F-8B13-92CB4082BA61}"/>
                </a:ext>
              </a:extLst>
            </p:cNvPr>
            <p:cNvSpPr/>
            <p:nvPr/>
          </p:nvSpPr>
          <p:spPr bwMode="auto">
            <a:xfrm>
              <a:off x="6192000" y="2651191"/>
              <a:ext cx="648000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P02.1</a:t>
              </a:r>
              <a:endParaRPr lang="en-US" sz="1000" dirty="0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C4E96D1-34D5-48DA-86EB-B073335B7426}"/>
                </a:ext>
              </a:extLst>
            </p:cNvPr>
            <p:cNvCxnSpPr>
              <a:cxnSpLocks/>
              <a:stCxn id="72" idx="3"/>
              <a:endCxn id="73" idx="1"/>
            </p:cNvCxnSpPr>
            <p:nvPr/>
          </p:nvCxnSpPr>
          <p:spPr>
            <a:xfrm>
              <a:off x="5789582" y="2771791"/>
              <a:ext cx="402418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8A7FA6CF-605E-4173-8CFC-764F87CD60F1}"/>
                </a:ext>
              </a:extLst>
            </p:cNvPr>
            <p:cNvCxnSpPr>
              <a:cxnSpLocks/>
              <a:endCxn id="62" idx="0"/>
            </p:cNvCxnSpPr>
            <p:nvPr/>
          </p:nvCxnSpPr>
          <p:spPr>
            <a:xfrm rot="5400000">
              <a:off x="4939521" y="3211681"/>
              <a:ext cx="1593343" cy="713567"/>
            </a:xfrm>
            <a:prstGeom prst="bentConnector3">
              <a:avLst>
                <a:gd name="adj1" fmla="val 81617"/>
              </a:avLst>
            </a:prstGeom>
            <a:noFill/>
            <a:ln w="9525" cap="rnd">
              <a:solidFill>
                <a:srgbClr val="000000"/>
              </a:solidFill>
              <a:prstDash val="sysDash"/>
              <a:round/>
              <a:headEnd type="oval"/>
              <a:tailEnd type="arrow"/>
            </a:ln>
          </p:spPr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D5182BC-DF9D-4797-B8D7-64C292B336B9}"/>
                </a:ext>
              </a:extLst>
            </p:cNvPr>
            <p:cNvSpPr/>
            <p:nvPr/>
          </p:nvSpPr>
          <p:spPr bwMode="auto">
            <a:xfrm>
              <a:off x="4295800" y="3357209"/>
              <a:ext cx="1555103" cy="513364"/>
            </a:xfrm>
            <a:prstGeom prst="rect">
              <a:avLst/>
            </a:prstGeom>
            <a:solidFill>
              <a:srgbClr val="FEE599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54000" tIns="18000" rIns="54000" bIns="1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000" dirty="0"/>
                <a:t>Cluster [1]</a:t>
              </a:r>
              <a:endParaRPr lang="en-US" sz="100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6A4C834-B624-418D-AA14-8063BC929345}"/>
                </a:ext>
              </a:extLst>
            </p:cNvPr>
            <p:cNvSpPr/>
            <p:nvPr/>
          </p:nvSpPr>
          <p:spPr bwMode="auto">
            <a:xfrm>
              <a:off x="4367808" y="3568173"/>
              <a:ext cx="1421895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TOMCH[0]</a:t>
              </a:r>
              <a:endParaRPr lang="en-US" sz="10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80CCE6E-71DA-4BDD-98AB-984F6749F388}"/>
                </a:ext>
              </a:extLst>
            </p:cNvPr>
            <p:cNvSpPr/>
            <p:nvPr/>
          </p:nvSpPr>
          <p:spPr bwMode="auto">
            <a:xfrm>
              <a:off x="6191957" y="3568173"/>
              <a:ext cx="648000" cy="241200"/>
            </a:xfrm>
            <a:prstGeom prst="rect">
              <a:avLst/>
            </a:prstGeom>
            <a:solidFill>
              <a:srgbClr val="FFFFFF"/>
            </a:solidFill>
            <a:ln w="228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dirty="0"/>
                <a:t>P02.0</a:t>
              </a:r>
              <a:endParaRPr lang="en-US" sz="1000" dirty="0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C7BC3BA-ADC1-426B-82D7-A264FF5D4500}"/>
                </a:ext>
              </a:extLst>
            </p:cNvPr>
            <p:cNvCxnSpPr>
              <a:cxnSpLocks/>
              <a:stCxn id="84" idx="3"/>
              <a:endCxn id="85" idx="1"/>
            </p:cNvCxnSpPr>
            <p:nvPr/>
          </p:nvCxnSpPr>
          <p:spPr>
            <a:xfrm>
              <a:off x="5789703" y="3688773"/>
              <a:ext cx="40225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46363A5E-305A-4B15-82CE-C8074B3F5D4D}"/>
                </a:ext>
              </a:extLst>
            </p:cNvPr>
            <p:cNvCxnSpPr>
              <a:cxnSpLocks/>
              <a:endCxn id="61" idx="0"/>
            </p:cNvCxnSpPr>
            <p:nvPr/>
          </p:nvCxnSpPr>
          <p:spPr>
            <a:xfrm rot="10800000" flipV="1">
              <a:off x="4529796" y="4005064"/>
              <a:ext cx="1458020" cy="360072"/>
            </a:xfrm>
            <a:prstGeom prst="bentConnector2">
              <a:avLst/>
            </a:prstGeom>
            <a:noFill/>
            <a:ln w="9525" cap="rnd">
              <a:solidFill>
                <a:srgbClr val="000000"/>
              </a:solidFill>
              <a:prstDash val="sysDash"/>
              <a:round/>
              <a:headEnd type="none"/>
              <a:tailEnd type="arrow"/>
            </a:ln>
          </p:spPr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6A3AC13-0E50-47BD-8CD9-D87BB8534CF0}"/>
                </a:ext>
              </a:extLst>
            </p:cNvPr>
            <p:cNvCxnSpPr>
              <a:cxnSpLocks/>
            </p:cNvCxnSpPr>
            <p:nvPr/>
          </p:nvCxnSpPr>
          <p:spPr>
            <a:xfrm>
              <a:off x="5990821" y="3688773"/>
              <a:ext cx="0" cy="33817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ash"/>
              <a:round/>
              <a:headEnd type="oval"/>
              <a:tailEnd type="none"/>
            </a:ln>
          </p:spPr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7A264D3-F2E0-4721-A4DC-1E42B03267DD}"/>
                </a:ext>
              </a:extLst>
            </p:cNvPr>
            <p:cNvSpPr/>
            <p:nvPr/>
          </p:nvSpPr>
          <p:spPr>
            <a:xfrm>
              <a:off x="4655840" y="3933056"/>
              <a:ext cx="420554" cy="297962"/>
            </a:xfrm>
            <a:prstGeom prst="rect">
              <a:avLst/>
            </a:prstGeom>
          </p:spPr>
          <p:txBody>
            <a:bodyPr wrap="none" lIns="36000" tIns="36000" rIns="36000" bIns="36000" anchor="ctr">
              <a:spAutoFit/>
            </a:bodyPr>
            <a:lstStyle/>
            <a:p>
              <a:pPr algn="ctr"/>
              <a:r>
                <a:rPr lang="de-DE" dirty="0"/>
                <a:t>gate</a:t>
              </a:r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2D5C759-2BEF-4AE4-AA86-F2ED1D1103A7}"/>
                </a:ext>
              </a:extLst>
            </p:cNvPr>
            <p:cNvSpPr/>
            <p:nvPr/>
          </p:nvSpPr>
          <p:spPr>
            <a:xfrm>
              <a:off x="5965562" y="4005064"/>
              <a:ext cx="321169" cy="288147"/>
            </a:xfrm>
            <a:prstGeom prst="rect">
              <a:avLst/>
            </a:prstGeom>
          </p:spPr>
          <p:txBody>
            <a:bodyPr wrap="none" lIns="36000" tIns="36000" rIns="36000" bIns="36000" anchor="ctr">
              <a:spAutoFit/>
            </a:bodyPr>
            <a:lstStyle/>
            <a:p>
              <a:pPr algn="ctr"/>
              <a:r>
                <a:rPr lang="de-DE" dirty="0"/>
                <a:t>trig</a:t>
              </a:r>
              <a:endParaRPr lang="en-US" dirty="0"/>
            </a:p>
          </p:txBody>
        </p:sp>
        <p:pic>
          <p:nvPicPr>
            <p:cNvPr id="107" name="Monitor">
              <a:extLst>
                <a:ext uri="{FF2B5EF4-FFF2-40B4-BE49-F238E27FC236}">
                  <a16:creationId xmlns:a16="http://schemas.microsoft.com/office/drawing/2014/main" id="{9D3B01B7-3DA4-4E22-BD7A-88A7A9A7D5D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1643" y="2650179"/>
              <a:ext cx="457200" cy="241200"/>
            </a:xfrm>
            <a:prstGeom prst="rect">
              <a:avLst/>
            </a:prstGeom>
          </p:spPr>
        </p:pic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EC10263-91E1-40B2-ADCF-3399662BF3A5}"/>
                </a:ext>
              </a:extLst>
            </p:cNvPr>
            <p:cNvCxnSpPr>
              <a:cxnSpLocks/>
              <a:stCxn id="73" idx="3"/>
              <a:endCxn id="107" idx="1"/>
            </p:cNvCxnSpPr>
            <p:nvPr/>
          </p:nvCxnSpPr>
          <p:spPr>
            <a:xfrm flipV="1">
              <a:off x="6840000" y="2770779"/>
              <a:ext cx="191643" cy="101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  <p:pic>
          <p:nvPicPr>
            <p:cNvPr id="111" name="Monitor">
              <a:extLst>
                <a:ext uri="{FF2B5EF4-FFF2-40B4-BE49-F238E27FC236}">
                  <a16:creationId xmlns:a16="http://schemas.microsoft.com/office/drawing/2014/main" id="{8E077613-0F89-47FB-B507-D11C55717EE7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0757" y="3568173"/>
              <a:ext cx="457200" cy="241200"/>
            </a:xfrm>
            <a:prstGeom prst="rect">
              <a:avLst/>
            </a:prstGeom>
          </p:spPr>
        </p:pic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CBD53B2-5143-4544-8532-E98DB5028C52}"/>
                </a:ext>
              </a:extLst>
            </p:cNvPr>
            <p:cNvCxnSpPr>
              <a:cxnSpLocks/>
              <a:stCxn id="85" idx="3"/>
              <a:endCxn id="111" idx="1"/>
            </p:cNvCxnSpPr>
            <p:nvPr/>
          </p:nvCxnSpPr>
          <p:spPr>
            <a:xfrm>
              <a:off x="6839957" y="3688773"/>
              <a:ext cx="19080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</p:cxnSp>
      </p:grpSp>
    </p:spTree>
    <p:extLst>
      <p:ext uri="{BB962C8B-B14F-4D97-AF65-F5344CB8AC3E}">
        <p14:creationId xmlns:p14="http://schemas.microsoft.com/office/powerpoint/2010/main" val="839639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54CBE-5D0A-42CA-BB67-B2C14AA4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36327-9753-420C-8F72-FB1903CA3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6E3E58AD-5508-4A7D-AFA1-1B72972D8CCE}"/>
              </a:ext>
            </a:extLst>
          </p:cNvPr>
          <p:cNvGrpSpPr/>
          <p:nvPr/>
        </p:nvGrpSpPr>
        <p:grpSpPr>
          <a:xfrm>
            <a:off x="1916355" y="1340768"/>
            <a:ext cx="8133726" cy="3589095"/>
            <a:chOff x="1916355" y="1340768"/>
            <a:chExt cx="8133726" cy="358909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7887905-1B9C-4932-AB96-BB27C5338A3C}"/>
                </a:ext>
              </a:extLst>
            </p:cNvPr>
            <p:cNvCxnSpPr/>
            <p:nvPr/>
          </p:nvCxnSpPr>
          <p:spPr>
            <a:xfrm flipV="1">
              <a:off x="8904312" y="3861048"/>
              <a:ext cx="0" cy="648072"/>
            </a:xfrm>
            <a:prstGeom prst="line">
              <a:avLst/>
            </a:prstGeom>
            <a:ln w="95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E85A26-7C6F-4CC0-8C29-2DF669328C4A}"/>
                </a:ext>
              </a:extLst>
            </p:cNvPr>
            <p:cNvGrpSpPr/>
            <p:nvPr/>
          </p:nvGrpSpPr>
          <p:grpSpPr>
            <a:xfrm>
              <a:off x="4104680" y="3861048"/>
              <a:ext cx="4799632" cy="648072"/>
              <a:chOff x="2782800" y="3284984"/>
              <a:chExt cx="4799632" cy="648072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4E94D56-5B32-4AC2-8683-BB31D576EE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3632" y="3284984"/>
                <a:ext cx="4320000" cy="0"/>
              </a:xfrm>
              <a:prstGeom prst="line">
                <a:avLst/>
              </a:prstGeom>
              <a:ln w="9525">
                <a:solidFill>
                  <a:schemeClr val="bg2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03B4B23-1356-4AB7-9220-C0110661DF13}"/>
                  </a:ext>
                </a:extLst>
              </p:cNvPr>
              <p:cNvCxnSpPr/>
              <p:nvPr/>
            </p:nvCxnSpPr>
            <p:spPr>
              <a:xfrm>
                <a:off x="7103632" y="3284984"/>
                <a:ext cx="0" cy="648072"/>
              </a:xfrm>
              <a:prstGeom prst="line">
                <a:avLst/>
              </a:prstGeom>
              <a:ln w="9525">
                <a:solidFill>
                  <a:schemeClr val="bg2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6C33A97-765D-4A75-BC71-F09690681444}"/>
                  </a:ext>
                </a:extLst>
              </p:cNvPr>
              <p:cNvCxnSpPr/>
              <p:nvPr/>
            </p:nvCxnSpPr>
            <p:spPr>
              <a:xfrm>
                <a:off x="7103632" y="3933056"/>
                <a:ext cx="478800" cy="0"/>
              </a:xfrm>
              <a:prstGeom prst="line">
                <a:avLst/>
              </a:prstGeom>
              <a:ln w="9525">
                <a:solidFill>
                  <a:schemeClr val="bg2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5EBA0DF-D156-4CCF-B502-390EE2086DE7}"/>
                  </a:ext>
                </a:extLst>
              </p:cNvPr>
              <p:cNvCxnSpPr/>
              <p:nvPr/>
            </p:nvCxnSpPr>
            <p:spPr>
              <a:xfrm flipV="1">
                <a:off x="2782800" y="3284984"/>
                <a:ext cx="0" cy="648072"/>
              </a:xfrm>
              <a:prstGeom prst="line">
                <a:avLst/>
              </a:prstGeom>
              <a:ln w="9525">
                <a:solidFill>
                  <a:schemeClr val="bg2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BDAD064-DA20-4DFC-9C4A-CA3F8D424EAB}"/>
                </a:ext>
              </a:extLst>
            </p:cNvPr>
            <p:cNvCxnSpPr/>
            <p:nvPr/>
          </p:nvCxnSpPr>
          <p:spPr>
            <a:xfrm>
              <a:off x="3625880" y="4509120"/>
              <a:ext cx="478800" cy="0"/>
            </a:xfrm>
            <a:prstGeom prst="line">
              <a:avLst/>
            </a:prstGeom>
            <a:ln w="95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F8150A0-24FF-4D7A-8F3E-3A3EA6AEEC09}"/>
                </a:ext>
              </a:extLst>
            </p:cNvPr>
            <p:cNvCxnSpPr>
              <a:cxnSpLocks/>
            </p:cNvCxnSpPr>
            <p:nvPr/>
          </p:nvCxnSpPr>
          <p:spPr>
            <a:xfrm>
              <a:off x="8904312" y="3861048"/>
              <a:ext cx="1145766" cy="0"/>
            </a:xfrm>
            <a:prstGeom prst="line">
              <a:avLst/>
            </a:prstGeom>
            <a:ln w="95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CD90F0C9-CFE9-4858-8C2A-F5474195C6EA}"/>
                </a:ext>
              </a:extLst>
            </p:cNvPr>
            <p:cNvSpPr/>
            <p:nvPr/>
          </p:nvSpPr>
          <p:spPr bwMode="auto">
            <a:xfrm>
              <a:off x="3575720" y="2636912"/>
              <a:ext cx="6474358" cy="360000"/>
            </a:xfrm>
            <a:prstGeom prst="rect">
              <a:avLst/>
            </a:prstGeom>
            <a:pattFill prst="ltVert">
              <a:fgClr>
                <a:srgbClr val="C00000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square" lIns="72000" tIns="72000" rIns="72000" bIns="72000" rtlCol="0" anchor="ctr"/>
            <a:lstStyle/>
            <a:p>
              <a:pPr algn="ctr" defTabSz="576000" eaLnBrk="0" hangingPunct="0">
                <a:lnSpc>
                  <a:spcPct val="120000"/>
                </a:lnSpc>
              </a:pPr>
              <a:endParaRPr lang="en-US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F93A019F-B2C6-4FE4-B149-645BAA599CEF}"/>
                </a:ext>
              </a:extLst>
            </p:cNvPr>
            <p:cNvSpPr/>
            <p:nvPr/>
          </p:nvSpPr>
          <p:spPr bwMode="auto">
            <a:xfrm>
              <a:off x="3575720" y="1340768"/>
              <a:ext cx="6474358" cy="360000"/>
            </a:xfrm>
            <a:prstGeom prst="rect">
              <a:avLst/>
            </a:prstGeom>
            <a:pattFill prst="narVert">
              <a:fgClr>
                <a:srgbClr val="00B050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square" lIns="72000" tIns="72000" rIns="72000" bIns="72000" rtlCol="0" anchor="ctr"/>
            <a:lstStyle/>
            <a:p>
              <a:pPr algn="ctr" defTabSz="576000" eaLnBrk="0" hangingPunct="0">
                <a:lnSpc>
                  <a:spcPct val="120000"/>
                </a:lnSpc>
              </a:pPr>
              <a:endParaRPr lang="en-US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1FA978AC-072F-4BA6-9835-AA47B888311B}"/>
                </a:ext>
              </a:extLst>
            </p:cNvPr>
            <p:cNvGrpSpPr/>
            <p:nvPr/>
          </p:nvGrpSpPr>
          <p:grpSpPr>
            <a:xfrm>
              <a:off x="3573231" y="1801837"/>
              <a:ext cx="6476850" cy="720072"/>
              <a:chOff x="3573231" y="1801837"/>
              <a:chExt cx="6476850" cy="720072"/>
            </a:xfrm>
          </p:grpSpPr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667CD326-2FBB-4487-B3E5-AB9555E98D98}"/>
                  </a:ext>
                </a:extLst>
              </p:cNvPr>
              <p:cNvSpPr/>
              <p:nvPr/>
            </p:nvSpPr>
            <p:spPr bwMode="auto">
              <a:xfrm>
                <a:off x="3573231" y="1801837"/>
                <a:ext cx="1295370" cy="720072"/>
              </a:xfrm>
              <a:custGeom>
                <a:avLst/>
                <a:gdLst>
                  <a:gd name="connsiteX0" fmla="*/ 0 w 9871023"/>
                  <a:gd name="connsiteY0" fmla="*/ 4933683 h 5185074"/>
                  <a:gd name="connsiteX1" fmla="*/ 337278 w 9871023"/>
                  <a:gd name="connsiteY1" fmla="*/ 4127961 h 5185074"/>
                  <a:gd name="connsiteX2" fmla="*/ 580868 w 9871023"/>
                  <a:gd name="connsiteY2" fmla="*/ 3415929 h 5185074"/>
                  <a:gd name="connsiteX3" fmla="*/ 813216 w 9871023"/>
                  <a:gd name="connsiteY3" fmla="*/ 2887525 h 5185074"/>
                  <a:gd name="connsiteX4" fmla="*/ 1019331 w 9871023"/>
                  <a:gd name="connsiteY4" fmla="*/ 2730129 h 5185074"/>
                  <a:gd name="connsiteX5" fmla="*/ 1199213 w 9871023"/>
                  <a:gd name="connsiteY5" fmla="*/ 2703896 h 5185074"/>
                  <a:gd name="connsiteX6" fmla="*/ 1371600 w 9871023"/>
                  <a:gd name="connsiteY6" fmla="*/ 2861293 h 5185074"/>
                  <a:gd name="connsiteX7" fmla="*/ 1543986 w 9871023"/>
                  <a:gd name="connsiteY7" fmla="*/ 3123620 h 5185074"/>
                  <a:gd name="connsiteX8" fmla="*/ 1682646 w 9871023"/>
                  <a:gd name="connsiteY8" fmla="*/ 3374706 h 5185074"/>
                  <a:gd name="connsiteX9" fmla="*/ 1817557 w 9871023"/>
                  <a:gd name="connsiteY9" fmla="*/ 3667014 h 5185074"/>
                  <a:gd name="connsiteX10" fmla="*/ 2001186 w 9871023"/>
                  <a:gd name="connsiteY10" fmla="*/ 3933089 h 5185074"/>
                  <a:gd name="connsiteX11" fmla="*/ 2177321 w 9871023"/>
                  <a:gd name="connsiteY11" fmla="*/ 4127961 h 5185074"/>
                  <a:gd name="connsiteX12" fmla="*/ 2345960 w 9871023"/>
                  <a:gd name="connsiteY12" fmla="*/ 4262873 h 5185074"/>
                  <a:gd name="connsiteX13" fmla="*/ 2499609 w 9871023"/>
                  <a:gd name="connsiteY13" fmla="*/ 4281611 h 5185074"/>
                  <a:gd name="connsiteX14" fmla="*/ 2780675 w 9871023"/>
                  <a:gd name="connsiteY14" fmla="*/ 4195417 h 5185074"/>
                  <a:gd name="connsiteX15" fmla="*/ 3016770 w 9871023"/>
                  <a:gd name="connsiteY15" fmla="*/ 4060506 h 5185074"/>
                  <a:gd name="connsiteX16" fmla="*/ 3166672 w 9871023"/>
                  <a:gd name="connsiteY16" fmla="*/ 3948079 h 5185074"/>
                  <a:gd name="connsiteX17" fmla="*/ 3432747 w 9871023"/>
                  <a:gd name="connsiteY17" fmla="*/ 4015535 h 5185074"/>
                  <a:gd name="connsiteX18" fmla="*/ 3672590 w 9871023"/>
                  <a:gd name="connsiteY18" fmla="*/ 4247883 h 5185074"/>
                  <a:gd name="connsiteX19" fmla="*/ 3878705 w 9871023"/>
                  <a:gd name="connsiteY19" fmla="*/ 4472735 h 5185074"/>
                  <a:gd name="connsiteX20" fmla="*/ 4066082 w 9871023"/>
                  <a:gd name="connsiteY20" fmla="*/ 4720073 h 5185074"/>
                  <a:gd name="connsiteX21" fmla="*/ 4171013 w 9871023"/>
                  <a:gd name="connsiteY21" fmla="*/ 4810014 h 5185074"/>
                  <a:gd name="connsiteX22" fmla="*/ 4324662 w 9871023"/>
                  <a:gd name="connsiteY22" fmla="*/ 4836247 h 5185074"/>
                  <a:gd name="connsiteX23" fmla="*/ 4534524 w 9871023"/>
                  <a:gd name="connsiteY23" fmla="*/ 4712578 h 5185074"/>
                  <a:gd name="connsiteX24" fmla="*/ 4699416 w 9871023"/>
                  <a:gd name="connsiteY24" fmla="*/ 4349066 h 5185074"/>
                  <a:gd name="connsiteX25" fmla="*/ 4894288 w 9871023"/>
                  <a:gd name="connsiteY25" fmla="*/ 3903109 h 5185074"/>
                  <a:gd name="connsiteX26" fmla="*/ 5036695 w 9871023"/>
                  <a:gd name="connsiteY26" fmla="*/ 3355968 h 5185074"/>
                  <a:gd name="connsiteX27" fmla="*/ 5164111 w 9871023"/>
                  <a:gd name="connsiteY27" fmla="*/ 2842555 h 5185074"/>
                  <a:gd name="connsiteX28" fmla="*/ 5295275 w 9871023"/>
                  <a:gd name="connsiteY28" fmla="*/ 2389102 h 5185074"/>
                  <a:gd name="connsiteX29" fmla="*/ 5471409 w 9871023"/>
                  <a:gd name="connsiteY29" fmla="*/ 1823224 h 5185074"/>
                  <a:gd name="connsiteX30" fmla="*/ 5643796 w 9871023"/>
                  <a:gd name="connsiteY30" fmla="*/ 1171152 h 5185074"/>
                  <a:gd name="connsiteX31" fmla="*/ 5838668 w 9871023"/>
                  <a:gd name="connsiteY31" fmla="*/ 650243 h 5185074"/>
                  <a:gd name="connsiteX32" fmla="*/ 6052278 w 9871023"/>
                  <a:gd name="connsiteY32" fmla="*/ 185548 h 5185074"/>
                  <a:gd name="connsiteX33" fmla="*/ 6183442 w 9871023"/>
                  <a:gd name="connsiteY33" fmla="*/ 50637 h 5185074"/>
                  <a:gd name="connsiteX34" fmla="*/ 6280878 w 9871023"/>
                  <a:gd name="connsiteY34" fmla="*/ 5666 h 5185074"/>
                  <a:gd name="connsiteX35" fmla="*/ 6408295 w 9871023"/>
                  <a:gd name="connsiteY35" fmla="*/ 16909 h 5185074"/>
                  <a:gd name="connsiteX36" fmla="*/ 6595672 w 9871023"/>
                  <a:gd name="connsiteY36" fmla="*/ 151820 h 5185074"/>
                  <a:gd name="connsiteX37" fmla="*/ 6700603 w 9871023"/>
                  <a:gd name="connsiteY37" fmla="*/ 312965 h 5185074"/>
                  <a:gd name="connsiteX38" fmla="*/ 6887980 w 9871023"/>
                  <a:gd name="connsiteY38" fmla="*/ 537817 h 5185074"/>
                  <a:gd name="connsiteX39" fmla="*/ 6970426 w 9871023"/>
                  <a:gd name="connsiteY39" fmla="*/ 706457 h 5185074"/>
                  <a:gd name="connsiteX40" fmla="*/ 7071609 w 9871023"/>
                  <a:gd name="connsiteY40" fmla="*/ 893834 h 5185074"/>
                  <a:gd name="connsiteX41" fmla="*/ 7240249 w 9871023"/>
                  <a:gd name="connsiteY41" fmla="*/ 1253598 h 5185074"/>
                  <a:gd name="connsiteX42" fmla="*/ 7468849 w 9871023"/>
                  <a:gd name="connsiteY42" fmla="*/ 1482198 h 5185074"/>
                  <a:gd name="connsiteX43" fmla="*/ 7641236 w 9871023"/>
                  <a:gd name="connsiteY43" fmla="*/ 1699555 h 5185074"/>
                  <a:gd name="connsiteX44" fmla="*/ 7821118 w 9871023"/>
                  <a:gd name="connsiteY44" fmla="*/ 1905670 h 5185074"/>
                  <a:gd name="connsiteX45" fmla="*/ 8053465 w 9871023"/>
                  <a:gd name="connsiteY45" fmla="*/ 2149260 h 5185074"/>
                  <a:gd name="connsiteX46" fmla="*/ 8229600 w 9871023"/>
                  <a:gd name="connsiteY46" fmla="*/ 2389102 h 5185074"/>
                  <a:gd name="connsiteX47" fmla="*/ 8413229 w 9871023"/>
                  <a:gd name="connsiteY47" fmla="*/ 2715139 h 5185074"/>
                  <a:gd name="connsiteX48" fmla="*/ 8544393 w 9871023"/>
                  <a:gd name="connsiteY48" fmla="*/ 3037427 h 5185074"/>
                  <a:gd name="connsiteX49" fmla="*/ 8705537 w 9871023"/>
                  <a:gd name="connsiteY49" fmla="*/ 3513365 h 5185074"/>
                  <a:gd name="connsiteX50" fmla="*/ 8874177 w 9871023"/>
                  <a:gd name="connsiteY50" fmla="*/ 3899361 h 5185074"/>
                  <a:gd name="connsiteX51" fmla="*/ 9042816 w 9871023"/>
                  <a:gd name="connsiteY51" fmla="*/ 4277863 h 5185074"/>
                  <a:gd name="connsiteX52" fmla="*/ 9158990 w 9871023"/>
                  <a:gd name="connsiteY52" fmla="*/ 4615142 h 5185074"/>
                  <a:gd name="connsiteX53" fmla="*/ 9331377 w 9871023"/>
                  <a:gd name="connsiteY53" fmla="*/ 4914945 h 5185074"/>
                  <a:gd name="connsiteX54" fmla="*/ 9436308 w 9871023"/>
                  <a:gd name="connsiteY54" fmla="*/ 5076089 h 5185074"/>
                  <a:gd name="connsiteX55" fmla="*/ 9586209 w 9871023"/>
                  <a:gd name="connsiteY55" fmla="*/ 5177273 h 5185074"/>
                  <a:gd name="connsiteX56" fmla="*/ 9646170 w 9871023"/>
                  <a:gd name="connsiteY56" fmla="*/ 5169778 h 5185074"/>
                  <a:gd name="connsiteX57" fmla="*/ 9754849 w 9871023"/>
                  <a:gd name="connsiteY57" fmla="*/ 5102322 h 5185074"/>
                  <a:gd name="connsiteX58" fmla="*/ 9833547 w 9871023"/>
                  <a:gd name="connsiteY58" fmla="*/ 5001139 h 5185074"/>
                  <a:gd name="connsiteX59" fmla="*/ 9871023 w 9871023"/>
                  <a:gd name="connsiteY59" fmla="*/ 4926188 h 5185074"/>
                  <a:gd name="connsiteX0" fmla="*/ 0 w 9864673"/>
                  <a:gd name="connsiteY0" fmla="*/ 4928921 h 5185074"/>
                  <a:gd name="connsiteX1" fmla="*/ 330928 w 9864673"/>
                  <a:gd name="connsiteY1" fmla="*/ 4127961 h 5185074"/>
                  <a:gd name="connsiteX2" fmla="*/ 574518 w 9864673"/>
                  <a:gd name="connsiteY2" fmla="*/ 3415929 h 5185074"/>
                  <a:gd name="connsiteX3" fmla="*/ 806866 w 9864673"/>
                  <a:gd name="connsiteY3" fmla="*/ 2887525 h 5185074"/>
                  <a:gd name="connsiteX4" fmla="*/ 1012981 w 9864673"/>
                  <a:gd name="connsiteY4" fmla="*/ 2730129 h 5185074"/>
                  <a:gd name="connsiteX5" fmla="*/ 1192863 w 9864673"/>
                  <a:gd name="connsiteY5" fmla="*/ 2703896 h 5185074"/>
                  <a:gd name="connsiteX6" fmla="*/ 1365250 w 9864673"/>
                  <a:gd name="connsiteY6" fmla="*/ 2861293 h 5185074"/>
                  <a:gd name="connsiteX7" fmla="*/ 1537636 w 9864673"/>
                  <a:gd name="connsiteY7" fmla="*/ 3123620 h 5185074"/>
                  <a:gd name="connsiteX8" fmla="*/ 1676296 w 9864673"/>
                  <a:gd name="connsiteY8" fmla="*/ 3374706 h 5185074"/>
                  <a:gd name="connsiteX9" fmla="*/ 1811207 w 9864673"/>
                  <a:gd name="connsiteY9" fmla="*/ 3667014 h 5185074"/>
                  <a:gd name="connsiteX10" fmla="*/ 1994836 w 9864673"/>
                  <a:gd name="connsiteY10" fmla="*/ 3933089 h 5185074"/>
                  <a:gd name="connsiteX11" fmla="*/ 2170971 w 9864673"/>
                  <a:gd name="connsiteY11" fmla="*/ 4127961 h 5185074"/>
                  <a:gd name="connsiteX12" fmla="*/ 2339610 w 9864673"/>
                  <a:gd name="connsiteY12" fmla="*/ 4262873 h 5185074"/>
                  <a:gd name="connsiteX13" fmla="*/ 2493259 w 9864673"/>
                  <a:gd name="connsiteY13" fmla="*/ 4281611 h 5185074"/>
                  <a:gd name="connsiteX14" fmla="*/ 2774325 w 9864673"/>
                  <a:gd name="connsiteY14" fmla="*/ 4195417 h 5185074"/>
                  <a:gd name="connsiteX15" fmla="*/ 3010420 w 9864673"/>
                  <a:gd name="connsiteY15" fmla="*/ 4060506 h 5185074"/>
                  <a:gd name="connsiteX16" fmla="*/ 3160322 w 9864673"/>
                  <a:gd name="connsiteY16" fmla="*/ 3948079 h 5185074"/>
                  <a:gd name="connsiteX17" fmla="*/ 3426397 w 9864673"/>
                  <a:gd name="connsiteY17" fmla="*/ 4015535 h 5185074"/>
                  <a:gd name="connsiteX18" fmla="*/ 3666240 w 9864673"/>
                  <a:gd name="connsiteY18" fmla="*/ 4247883 h 5185074"/>
                  <a:gd name="connsiteX19" fmla="*/ 3872355 w 9864673"/>
                  <a:gd name="connsiteY19" fmla="*/ 4472735 h 5185074"/>
                  <a:gd name="connsiteX20" fmla="*/ 4059732 w 9864673"/>
                  <a:gd name="connsiteY20" fmla="*/ 4720073 h 5185074"/>
                  <a:gd name="connsiteX21" fmla="*/ 4164663 w 9864673"/>
                  <a:gd name="connsiteY21" fmla="*/ 4810014 h 5185074"/>
                  <a:gd name="connsiteX22" fmla="*/ 4318312 w 9864673"/>
                  <a:gd name="connsiteY22" fmla="*/ 4836247 h 5185074"/>
                  <a:gd name="connsiteX23" fmla="*/ 4528174 w 9864673"/>
                  <a:gd name="connsiteY23" fmla="*/ 4712578 h 5185074"/>
                  <a:gd name="connsiteX24" fmla="*/ 4693066 w 9864673"/>
                  <a:gd name="connsiteY24" fmla="*/ 4349066 h 5185074"/>
                  <a:gd name="connsiteX25" fmla="*/ 4887938 w 9864673"/>
                  <a:gd name="connsiteY25" fmla="*/ 3903109 h 5185074"/>
                  <a:gd name="connsiteX26" fmla="*/ 5030345 w 9864673"/>
                  <a:gd name="connsiteY26" fmla="*/ 3355968 h 5185074"/>
                  <a:gd name="connsiteX27" fmla="*/ 5157761 w 9864673"/>
                  <a:gd name="connsiteY27" fmla="*/ 2842555 h 5185074"/>
                  <a:gd name="connsiteX28" fmla="*/ 5288925 w 9864673"/>
                  <a:gd name="connsiteY28" fmla="*/ 2389102 h 5185074"/>
                  <a:gd name="connsiteX29" fmla="*/ 5465059 w 9864673"/>
                  <a:gd name="connsiteY29" fmla="*/ 1823224 h 5185074"/>
                  <a:gd name="connsiteX30" fmla="*/ 5637446 w 9864673"/>
                  <a:gd name="connsiteY30" fmla="*/ 1171152 h 5185074"/>
                  <a:gd name="connsiteX31" fmla="*/ 5832318 w 9864673"/>
                  <a:gd name="connsiteY31" fmla="*/ 650243 h 5185074"/>
                  <a:gd name="connsiteX32" fmla="*/ 6045928 w 9864673"/>
                  <a:gd name="connsiteY32" fmla="*/ 185548 h 5185074"/>
                  <a:gd name="connsiteX33" fmla="*/ 6177092 w 9864673"/>
                  <a:gd name="connsiteY33" fmla="*/ 50637 h 5185074"/>
                  <a:gd name="connsiteX34" fmla="*/ 6274528 w 9864673"/>
                  <a:gd name="connsiteY34" fmla="*/ 5666 h 5185074"/>
                  <a:gd name="connsiteX35" fmla="*/ 6401945 w 9864673"/>
                  <a:gd name="connsiteY35" fmla="*/ 16909 h 5185074"/>
                  <a:gd name="connsiteX36" fmla="*/ 6589322 w 9864673"/>
                  <a:gd name="connsiteY36" fmla="*/ 151820 h 5185074"/>
                  <a:gd name="connsiteX37" fmla="*/ 6694253 w 9864673"/>
                  <a:gd name="connsiteY37" fmla="*/ 312965 h 5185074"/>
                  <a:gd name="connsiteX38" fmla="*/ 6881630 w 9864673"/>
                  <a:gd name="connsiteY38" fmla="*/ 537817 h 5185074"/>
                  <a:gd name="connsiteX39" fmla="*/ 6964076 w 9864673"/>
                  <a:gd name="connsiteY39" fmla="*/ 706457 h 5185074"/>
                  <a:gd name="connsiteX40" fmla="*/ 7065259 w 9864673"/>
                  <a:gd name="connsiteY40" fmla="*/ 893834 h 5185074"/>
                  <a:gd name="connsiteX41" fmla="*/ 7233899 w 9864673"/>
                  <a:gd name="connsiteY41" fmla="*/ 1253598 h 5185074"/>
                  <a:gd name="connsiteX42" fmla="*/ 7462499 w 9864673"/>
                  <a:gd name="connsiteY42" fmla="*/ 1482198 h 5185074"/>
                  <a:gd name="connsiteX43" fmla="*/ 7634886 w 9864673"/>
                  <a:gd name="connsiteY43" fmla="*/ 1699555 h 5185074"/>
                  <a:gd name="connsiteX44" fmla="*/ 7814768 w 9864673"/>
                  <a:gd name="connsiteY44" fmla="*/ 1905670 h 5185074"/>
                  <a:gd name="connsiteX45" fmla="*/ 8047115 w 9864673"/>
                  <a:gd name="connsiteY45" fmla="*/ 2149260 h 5185074"/>
                  <a:gd name="connsiteX46" fmla="*/ 8223250 w 9864673"/>
                  <a:gd name="connsiteY46" fmla="*/ 2389102 h 5185074"/>
                  <a:gd name="connsiteX47" fmla="*/ 8406879 w 9864673"/>
                  <a:gd name="connsiteY47" fmla="*/ 2715139 h 5185074"/>
                  <a:gd name="connsiteX48" fmla="*/ 8538043 w 9864673"/>
                  <a:gd name="connsiteY48" fmla="*/ 3037427 h 5185074"/>
                  <a:gd name="connsiteX49" fmla="*/ 8699187 w 9864673"/>
                  <a:gd name="connsiteY49" fmla="*/ 3513365 h 5185074"/>
                  <a:gd name="connsiteX50" fmla="*/ 8867827 w 9864673"/>
                  <a:gd name="connsiteY50" fmla="*/ 3899361 h 5185074"/>
                  <a:gd name="connsiteX51" fmla="*/ 9036466 w 9864673"/>
                  <a:gd name="connsiteY51" fmla="*/ 4277863 h 5185074"/>
                  <a:gd name="connsiteX52" fmla="*/ 9152640 w 9864673"/>
                  <a:gd name="connsiteY52" fmla="*/ 4615142 h 5185074"/>
                  <a:gd name="connsiteX53" fmla="*/ 9325027 w 9864673"/>
                  <a:gd name="connsiteY53" fmla="*/ 4914945 h 5185074"/>
                  <a:gd name="connsiteX54" fmla="*/ 9429958 w 9864673"/>
                  <a:gd name="connsiteY54" fmla="*/ 5076089 h 5185074"/>
                  <a:gd name="connsiteX55" fmla="*/ 9579859 w 9864673"/>
                  <a:gd name="connsiteY55" fmla="*/ 5177273 h 5185074"/>
                  <a:gd name="connsiteX56" fmla="*/ 9639820 w 9864673"/>
                  <a:gd name="connsiteY56" fmla="*/ 5169778 h 5185074"/>
                  <a:gd name="connsiteX57" fmla="*/ 9748499 w 9864673"/>
                  <a:gd name="connsiteY57" fmla="*/ 5102322 h 5185074"/>
                  <a:gd name="connsiteX58" fmla="*/ 9827197 w 9864673"/>
                  <a:gd name="connsiteY58" fmla="*/ 5001139 h 5185074"/>
                  <a:gd name="connsiteX59" fmla="*/ 9864673 w 9864673"/>
                  <a:gd name="connsiteY59" fmla="*/ 4926188 h 5185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9864673" h="5185074">
                    <a:moveTo>
                      <a:pt x="0" y="4928921"/>
                    </a:moveTo>
                    <a:cubicBezTo>
                      <a:pt x="120233" y="4652539"/>
                      <a:pt x="235175" y="4380126"/>
                      <a:pt x="330928" y="4127961"/>
                    </a:cubicBezTo>
                    <a:cubicBezTo>
                      <a:pt x="426681" y="3875796"/>
                      <a:pt x="495195" y="3622668"/>
                      <a:pt x="574518" y="3415929"/>
                    </a:cubicBezTo>
                    <a:cubicBezTo>
                      <a:pt x="653841" y="3209190"/>
                      <a:pt x="733789" y="3001825"/>
                      <a:pt x="806866" y="2887525"/>
                    </a:cubicBezTo>
                    <a:cubicBezTo>
                      <a:pt x="879943" y="2773225"/>
                      <a:pt x="948648" y="2760734"/>
                      <a:pt x="1012981" y="2730129"/>
                    </a:cubicBezTo>
                    <a:cubicBezTo>
                      <a:pt x="1077314" y="2699524"/>
                      <a:pt x="1134152" y="2682035"/>
                      <a:pt x="1192863" y="2703896"/>
                    </a:cubicBezTo>
                    <a:cubicBezTo>
                      <a:pt x="1251575" y="2725757"/>
                      <a:pt x="1307788" y="2791339"/>
                      <a:pt x="1365250" y="2861293"/>
                    </a:cubicBezTo>
                    <a:cubicBezTo>
                      <a:pt x="1422712" y="2931247"/>
                      <a:pt x="1485795" y="3038051"/>
                      <a:pt x="1537636" y="3123620"/>
                    </a:cubicBezTo>
                    <a:cubicBezTo>
                      <a:pt x="1589477" y="3209189"/>
                      <a:pt x="1630701" y="3284140"/>
                      <a:pt x="1676296" y="3374706"/>
                    </a:cubicBezTo>
                    <a:cubicBezTo>
                      <a:pt x="1721891" y="3465272"/>
                      <a:pt x="1758117" y="3573950"/>
                      <a:pt x="1811207" y="3667014"/>
                    </a:cubicBezTo>
                    <a:cubicBezTo>
                      <a:pt x="1864297" y="3760078"/>
                      <a:pt x="1934875" y="3856265"/>
                      <a:pt x="1994836" y="3933089"/>
                    </a:cubicBezTo>
                    <a:cubicBezTo>
                      <a:pt x="2054797" y="4009913"/>
                      <a:pt x="2113509" y="4072997"/>
                      <a:pt x="2170971" y="4127961"/>
                    </a:cubicBezTo>
                    <a:cubicBezTo>
                      <a:pt x="2228433" y="4182925"/>
                      <a:pt x="2285895" y="4237265"/>
                      <a:pt x="2339610" y="4262873"/>
                    </a:cubicBezTo>
                    <a:cubicBezTo>
                      <a:pt x="2393325" y="4288481"/>
                      <a:pt x="2420807" y="4292854"/>
                      <a:pt x="2493259" y="4281611"/>
                    </a:cubicBezTo>
                    <a:cubicBezTo>
                      <a:pt x="2565711" y="4270368"/>
                      <a:pt x="2688132" y="4232268"/>
                      <a:pt x="2774325" y="4195417"/>
                    </a:cubicBezTo>
                    <a:cubicBezTo>
                      <a:pt x="2860518" y="4158566"/>
                      <a:pt x="2946087" y="4101729"/>
                      <a:pt x="3010420" y="4060506"/>
                    </a:cubicBezTo>
                    <a:cubicBezTo>
                      <a:pt x="3074753" y="4019283"/>
                      <a:pt x="3090993" y="3955574"/>
                      <a:pt x="3160322" y="3948079"/>
                    </a:cubicBezTo>
                    <a:cubicBezTo>
                      <a:pt x="3229651" y="3940584"/>
                      <a:pt x="3342077" y="3965568"/>
                      <a:pt x="3426397" y="4015535"/>
                    </a:cubicBezTo>
                    <a:cubicBezTo>
                      <a:pt x="3510717" y="4065502"/>
                      <a:pt x="3591914" y="4171683"/>
                      <a:pt x="3666240" y="4247883"/>
                    </a:cubicBezTo>
                    <a:cubicBezTo>
                      <a:pt x="3740566" y="4324083"/>
                      <a:pt x="3806773" y="4394037"/>
                      <a:pt x="3872355" y="4472735"/>
                    </a:cubicBezTo>
                    <a:cubicBezTo>
                      <a:pt x="3937937" y="4551433"/>
                      <a:pt x="4011014" y="4663860"/>
                      <a:pt x="4059732" y="4720073"/>
                    </a:cubicBezTo>
                    <a:cubicBezTo>
                      <a:pt x="4108450" y="4776286"/>
                      <a:pt x="4121566" y="4790652"/>
                      <a:pt x="4164663" y="4810014"/>
                    </a:cubicBezTo>
                    <a:cubicBezTo>
                      <a:pt x="4207760" y="4829376"/>
                      <a:pt x="4257727" y="4852486"/>
                      <a:pt x="4318312" y="4836247"/>
                    </a:cubicBezTo>
                    <a:cubicBezTo>
                      <a:pt x="4378897" y="4820008"/>
                      <a:pt x="4465715" y="4793775"/>
                      <a:pt x="4528174" y="4712578"/>
                    </a:cubicBezTo>
                    <a:cubicBezTo>
                      <a:pt x="4590633" y="4631381"/>
                      <a:pt x="4633105" y="4483977"/>
                      <a:pt x="4693066" y="4349066"/>
                    </a:cubicBezTo>
                    <a:cubicBezTo>
                      <a:pt x="4753027" y="4214155"/>
                      <a:pt x="4831725" y="4068625"/>
                      <a:pt x="4887938" y="3903109"/>
                    </a:cubicBezTo>
                    <a:cubicBezTo>
                      <a:pt x="4944151" y="3737593"/>
                      <a:pt x="4985375" y="3532727"/>
                      <a:pt x="5030345" y="3355968"/>
                    </a:cubicBezTo>
                    <a:cubicBezTo>
                      <a:pt x="5075316" y="3179209"/>
                      <a:pt x="5114664" y="3003699"/>
                      <a:pt x="5157761" y="2842555"/>
                    </a:cubicBezTo>
                    <a:cubicBezTo>
                      <a:pt x="5200858" y="2681411"/>
                      <a:pt x="5237709" y="2558990"/>
                      <a:pt x="5288925" y="2389102"/>
                    </a:cubicBezTo>
                    <a:cubicBezTo>
                      <a:pt x="5340141" y="2219214"/>
                      <a:pt x="5406972" y="2026216"/>
                      <a:pt x="5465059" y="1823224"/>
                    </a:cubicBezTo>
                    <a:cubicBezTo>
                      <a:pt x="5523146" y="1620232"/>
                      <a:pt x="5576236" y="1366649"/>
                      <a:pt x="5637446" y="1171152"/>
                    </a:cubicBezTo>
                    <a:cubicBezTo>
                      <a:pt x="5698656" y="975655"/>
                      <a:pt x="5764238" y="814510"/>
                      <a:pt x="5832318" y="650243"/>
                    </a:cubicBezTo>
                    <a:cubicBezTo>
                      <a:pt x="5900398" y="485976"/>
                      <a:pt x="5988466" y="285482"/>
                      <a:pt x="6045928" y="185548"/>
                    </a:cubicBezTo>
                    <a:cubicBezTo>
                      <a:pt x="6103390" y="85614"/>
                      <a:pt x="6138992" y="80617"/>
                      <a:pt x="6177092" y="50637"/>
                    </a:cubicBezTo>
                    <a:cubicBezTo>
                      <a:pt x="6215192" y="20657"/>
                      <a:pt x="6237053" y="11287"/>
                      <a:pt x="6274528" y="5666"/>
                    </a:cubicBezTo>
                    <a:cubicBezTo>
                      <a:pt x="6312003" y="45"/>
                      <a:pt x="6349479" y="-7450"/>
                      <a:pt x="6401945" y="16909"/>
                    </a:cubicBezTo>
                    <a:cubicBezTo>
                      <a:pt x="6454411" y="41268"/>
                      <a:pt x="6540604" y="102477"/>
                      <a:pt x="6589322" y="151820"/>
                    </a:cubicBezTo>
                    <a:cubicBezTo>
                      <a:pt x="6638040" y="201163"/>
                      <a:pt x="6645535" y="248632"/>
                      <a:pt x="6694253" y="312965"/>
                    </a:cubicBezTo>
                    <a:cubicBezTo>
                      <a:pt x="6742971" y="377298"/>
                      <a:pt x="6836660" y="472235"/>
                      <a:pt x="6881630" y="537817"/>
                    </a:cubicBezTo>
                    <a:cubicBezTo>
                      <a:pt x="6926600" y="603399"/>
                      <a:pt x="6933471" y="647121"/>
                      <a:pt x="6964076" y="706457"/>
                    </a:cubicBezTo>
                    <a:cubicBezTo>
                      <a:pt x="6994681" y="765793"/>
                      <a:pt x="7020288" y="802644"/>
                      <a:pt x="7065259" y="893834"/>
                    </a:cubicBezTo>
                    <a:cubicBezTo>
                      <a:pt x="7110230" y="985024"/>
                      <a:pt x="7167692" y="1155537"/>
                      <a:pt x="7233899" y="1253598"/>
                    </a:cubicBezTo>
                    <a:cubicBezTo>
                      <a:pt x="7300106" y="1351659"/>
                      <a:pt x="7395668" y="1407872"/>
                      <a:pt x="7462499" y="1482198"/>
                    </a:cubicBezTo>
                    <a:cubicBezTo>
                      <a:pt x="7529330" y="1556524"/>
                      <a:pt x="7576175" y="1628976"/>
                      <a:pt x="7634886" y="1699555"/>
                    </a:cubicBezTo>
                    <a:cubicBezTo>
                      <a:pt x="7693597" y="1770134"/>
                      <a:pt x="7746063" y="1830719"/>
                      <a:pt x="7814768" y="1905670"/>
                    </a:cubicBezTo>
                    <a:cubicBezTo>
                      <a:pt x="7883473" y="1980621"/>
                      <a:pt x="7979035" y="2068688"/>
                      <a:pt x="8047115" y="2149260"/>
                    </a:cubicBezTo>
                    <a:cubicBezTo>
                      <a:pt x="8115195" y="2229832"/>
                      <a:pt x="8163289" y="2294789"/>
                      <a:pt x="8223250" y="2389102"/>
                    </a:cubicBezTo>
                    <a:cubicBezTo>
                      <a:pt x="8283211" y="2483415"/>
                      <a:pt x="8354414" y="2607085"/>
                      <a:pt x="8406879" y="2715139"/>
                    </a:cubicBezTo>
                    <a:cubicBezTo>
                      <a:pt x="8459344" y="2823193"/>
                      <a:pt x="8489325" y="2904389"/>
                      <a:pt x="8538043" y="3037427"/>
                    </a:cubicBezTo>
                    <a:cubicBezTo>
                      <a:pt x="8586761" y="3170465"/>
                      <a:pt x="8644223" y="3369709"/>
                      <a:pt x="8699187" y="3513365"/>
                    </a:cubicBezTo>
                    <a:cubicBezTo>
                      <a:pt x="8754151" y="3657021"/>
                      <a:pt x="8811614" y="3771945"/>
                      <a:pt x="8867827" y="3899361"/>
                    </a:cubicBezTo>
                    <a:cubicBezTo>
                      <a:pt x="8924040" y="4026777"/>
                      <a:pt x="8988997" y="4158566"/>
                      <a:pt x="9036466" y="4277863"/>
                    </a:cubicBezTo>
                    <a:cubicBezTo>
                      <a:pt x="9083935" y="4397160"/>
                      <a:pt x="9104546" y="4508962"/>
                      <a:pt x="9152640" y="4615142"/>
                    </a:cubicBezTo>
                    <a:cubicBezTo>
                      <a:pt x="9200734" y="4721322"/>
                      <a:pt x="9278807" y="4838121"/>
                      <a:pt x="9325027" y="4914945"/>
                    </a:cubicBezTo>
                    <a:cubicBezTo>
                      <a:pt x="9371247" y="4991769"/>
                      <a:pt x="9387486" y="5032368"/>
                      <a:pt x="9429958" y="5076089"/>
                    </a:cubicBezTo>
                    <a:cubicBezTo>
                      <a:pt x="9472430" y="5119810"/>
                      <a:pt x="9544882" y="5161658"/>
                      <a:pt x="9579859" y="5177273"/>
                    </a:cubicBezTo>
                    <a:cubicBezTo>
                      <a:pt x="9614836" y="5192888"/>
                      <a:pt x="9611713" y="5182270"/>
                      <a:pt x="9639820" y="5169778"/>
                    </a:cubicBezTo>
                    <a:cubicBezTo>
                      <a:pt x="9667927" y="5157286"/>
                      <a:pt x="9717270" y="5130428"/>
                      <a:pt x="9748499" y="5102322"/>
                    </a:cubicBezTo>
                    <a:cubicBezTo>
                      <a:pt x="9779728" y="5074216"/>
                      <a:pt x="9807835" y="5030495"/>
                      <a:pt x="9827197" y="5001139"/>
                    </a:cubicBezTo>
                    <a:cubicBezTo>
                      <a:pt x="9846559" y="4971783"/>
                      <a:pt x="9855616" y="4948985"/>
                      <a:pt x="9864673" y="4926188"/>
                    </a:cubicBezTo>
                  </a:path>
                </a:pathLst>
              </a:custGeom>
              <a:noFill/>
              <a:ln w="1905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B7520675-967C-46D0-97AF-190CA5C5E015}"/>
                  </a:ext>
                </a:extLst>
              </p:cNvPr>
              <p:cNvSpPr/>
              <p:nvPr/>
            </p:nvSpPr>
            <p:spPr bwMode="auto">
              <a:xfrm>
                <a:off x="4868601" y="1801837"/>
                <a:ext cx="1295370" cy="720072"/>
              </a:xfrm>
              <a:custGeom>
                <a:avLst/>
                <a:gdLst>
                  <a:gd name="connsiteX0" fmla="*/ 0 w 9871023"/>
                  <a:gd name="connsiteY0" fmla="*/ 4933683 h 5185074"/>
                  <a:gd name="connsiteX1" fmla="*/ 337278 w 9871023"/>
                  <a:gd name="connsiteY1" fmla="*/ 4127961 h 5185074"/>
                  <a:gd name="connsiteX2" fmla="*/ 580868 w 9871023"/>
                  <a:gd name="connsiteY2" fmla="*/ 3415929 h 5185074"/>
                  <a:gd name="connsiteX3" fmla="*/ 813216 w 9871023"/>
                  <a:gd name="connsiteY3" fmla="*/ 2887525 h 5185074"/>
                  <a:gd name="connsiteX4" fmla="*/ 1019331 w 9871023"/>
                  <a:gd name="connsiteY4" fmla="*/ 2730129 h 5185074"/>
                  <a:gd name="connsiteX5" fmla="*/ 1199213 w 9871023"/>
                  <a:gd name="connsiteY5" fmla="*/ 2703896 h 5185074"/>
                  <a:gd name="connsiteX6" fmla="*/ 1371600 w 9871023"/>
                  <a:gd name="connsiteY6" fmla="*/ 2861293 h 5185074"/>
                  <a:gd name="connsiteX7" fmla="*/ 1543986 w 9871023"/>
                  <a:gd name="connsiteY7" fmla="*/ 3123620 h 5185074"/>
                  <a:gd name="connsiteX8" fmla="*/ 1682646 w 9871023"/>
                  <a:gd name="connsiteY8" fmla="*/ 3374706 h 5185074"/>
                  <a:gd name="connsiteX9" fmla="*/ 1817557 w 9871023"/>
                  <a:gd name="connsiteY9" fmla="*/ 3667014 h 5185074"/>
                  <a:gd name="connsiteX10" fmla="*/ 2001186 w 9871023"/>
                  <a:gd name="connsiteY10" fmla="*/ 3933089 h 5185074"/>
                  <a:gd name="connsiteX11" fmla="*/ 2177321 w 9871023"/>
                  <a:gd name="connsiteY11" fmla="*/ 4127961 h 5185074"/>
                  <a:gd name="connsiteX12" fmla="*/ 2345960 w 9871023"/>
                  <a:gd name="connsiteY12" fmla="*/ 4262873 h 5185074"/>
                  <a:gd name="connsiteX13" fmla="*/ 2499609 w 9871023"/>
                  <a:gd name="connsiteY13" fmla="*/ 4281611 h 5185074"/>
                  <a:gd name="connsiteX14" fmla="*/ 2780675 w 9871023"/>
                  <a:gd name="connsiteY14" fmla="*/ 4195417 h 5185074"/>
                  <a:gd name="connsiteX15" fmla="*/ 3016770 w 9871023"/>
                  <a:gd name="connsiteY15" fmla="*/ 4060506 h 5185074"/>
                  <a:gd name="connsiteX16" fmla="*/ 3166672 w 9871023"/>
                  <a:gd name="connsiteY16" fmla="*/ 3948079 h 5185074"/>
                  <a:gd name="connsiteX17" fmla="*/ 3432747 w 9871023"/>
                  <a:gd name="connsiteY17" fmla="*/ 4015535 h 5185074"/>
                  <a:gd name="connsiteX18" fmla="*/ 3672590 w 9871023"/>
                  <a:gd name="connsiteY18" fmla="*/ 4247883 h 5185074"/>
                  <a:gd name="connsiteX19" fmla="*/ 3878705 w 9871023"/>
                  <a:gd name="connsiteY19" fmla="*/ 4472735 h 5185074"/>
                  <a:gd name="connsiteX20" fmla="*/ 4066082 w 9871023"/>
                  <a:gd name="connsiteY20" fmla="*/ 4720073 h 5185074"/>
                  <a:gd name="connsiteX21" fmla="*/ 4171013 w 9871023"/>
                  <a:gd name="connsiteY21" fmla="*/ 4810014 h 5185074"/>
                  <a:gd name="connsiteX22" fmla="*/ 4324662 w 9871023"/>
                  <a:gd name="connsiteY22" fmla="*/ 4836247 h 5185074"/>
                  <a:gd name="connsiteX23" fmla="*/ 4534524 w 9871023"/>
                  <a:gd name="connsiteY23" fmla="*/ 4712578 h 5185074"/>
                  <a:gd name="connsiteX24" fmla="*/ 4699416 w 9871023"/>
                  <a:gd name="connsiteY24" fmla="*/ 4349066 h 5185074"/>
                  <a:gd name="connsiteX25" fmla="*/ 4894288 w 9871023"/>
                  <a:gd name="connsiteY25" fmla="*/ 3903109 h 5185074"/>
                  <a:gd name="connsiteX26" fmla="*/ 5036695 w 9871023"/>
                  <a:gd name="connsiteY26" fmla="*/ 3355968 h 5185074"/>
                  <a:gd name="connsiteX27" fmla="*/ 5164111 w 9871023"/>
                  <a:gd name="connsiteY27" fmla="*/ 2842555 h 5185074"/>
                  <a:gd name="connsiteX28" fmla="*/ 5295275 w 9871023"/>
                  <a:gd name="connsiteY28" fmla="*/ 2389102 h 5185074"/>
                  <a:gd name="connsiteX29" fmla="*/ 5471409 w 9871023"/>
                  <a:gd name="connsiteY29" fmla="*/ 1823224 h 5185074"/>
                  <a:gd name="connsiteX30" fmla="*/ 5643796 w 9871023"/>
                  <a:gd name="connsiteY30" fmla="*/ 1171152 h 5185074"/>
                  <a:gd name="connsiteX31" fmla="*/ 5838668 w 9871023"/>
                  <a:gd name="connsiteY31" fmla="*/ 650243 h 5185074"/>
                  <a:gd name="connsiteX32" fmla="*/ 6052278 w 9871023"/>
                  <a:gd name="connsiteY32" fmla="*/ 185548 h 5185074"/>
                  <a:gd name="connsiteX33" fmla="*/ 6183442 w 9871023"/>
                  <a:gd name="connsiteY33" fmla="*/ 50637 h 5185074"/>
                  <a:gd name="connsiteX34" fmla="*/ 6280878 w 9871023"/>
                  <a:gd name="connsiteY34" fmla="*/ 5666 h 5185074"/>
                  <a:gd name="connsiteX35" fmla="*/ 6408295 w 9871023"/>
                  <a:gd name="connsiteY35" fmla="*/ 16909 h 5185074"/>
                  <a:gd name="connsiteX36" fmla="*/ 6595672 w 9871023"/>
                  <a:gd name="connsiteY36" fmla="*/ 151820 h 5185074"/>
                  <a:gd name="connsiteX37" fmla="*/ 6700603 w 9871023"/>
                  <a:gd name="connsiteY37" fmla="*/ 312965 h 5185074"/>
                  <a:gd name="connsiteX38" fmla="*/ 6887980 w 9871023"/>
                  <a:gd name="connsiteY38" fmla="*/ 537817 h 5185074"/>
                  <a:gd name="connsiteX39" fmla="*/ 6970426 w 9871023"/>
                  <a:gd name="connsiteY39" fmla="*/ 706457 h 5185074"/>
                  <a:gd name="connsiteX40" fmla="*/ 7071609 w 9871023"/>
                  <a:gd name="connsiteY40" fmla="*/ 893834 h 5185074"/>
                  <a:gd name="connsiteX41" fmla="*/ 7240249 w 9871023"/>
                  <a:gd name="connsiteY41" fmla="*/ 1253598 h 5185074"/>
                  <a:gd name="connsiteX42" fmla="*/ 7468849 w 9871023"/>
                  <a:gd name="connsiteY42" fmla="*/ 1482198 h 5185074"/>
                  <a:gd name="connsiteX43" fmla="*/ 7641236 w 9871023"/>
                  <a:gd name="connsiteY43" fmla="*/ 1699555 h 5185074"/>
                  <a:gd name="connsiteX44" fmla="*/ 7821118 w 9871023"/>
                  <a:gd name="connsiteY44" fmla="*/ 1905670 h 5185074"/>
                  <a:gd name="connsiteX45" fmla="*/ 8053465 w 9871023"/>
                  <a:gd name="connsiteY45" fmla="*/ 2149260 h 5185074"/>
                  <a:gd name="connsiteX46" fmla="*/ 8229600 w 9871023"/>
                  <a:gd name="connsiteY46" fmla="*/ 2389102 h 5185074"/>
                  <a:gd name="connsiteX47" fmla="*/ 8413229 w 9871023"/>
                  <a:gd name="connsiteY47" fmla="*/ 2715139 h 5185074"/>
                  <a:gd name="connsiteX48" fmla="*/ 8544393 w 9871023"/>
                  <a:gd name="connsiteY48" fmla="*/ 3037427 h 5185074"/>
                  <a:gd name="connsiteX49" fmla="*/ 8705537 w 9871023"/>
                  <a:gd name="connsiteY49" fmla="*/ 3513365 h 5185074"/>
                  <a:gd name="connsiteX50" fmla="*/ 8874177 w 9871023"/>
                  <a:gd name="connsiteY50" fmla="*/ 3899361 h 5185074"/>
                  <a:gd name="connsiteX51" fmla="*/ 9042816 w 9871023"/>
                  <a:gd name="connsiteY51" fmla="*/ 4277863 h 5185074"/>
                  <a:gd name="connsiteX52" fmla="*/ 9158990 w 9871023"/>
                  <a:gd name="connsiteY52" fmla="*/ 4615142 h 5185074"/>
                  <a:gd name="connsiteX53" fmla="*/ 9331377 w 9871023"/>
                  <a:gd name="connsiteY53" fmla="*/ 4914945 h 5185074"/>
                  <a:gd name="connsiteX54" fmla="*/ 9436308 w 9871023"/>
                  <a:gd name="connsiteY54" fmla="*/ 5076089 h 5185074"/>
                  <a:gd name="connsiteX55" fmla="*/ 9586209 w 9871023"/>
                  <a:gd name="connsiteY55" fmla="*/ 5177273 h 5185074"/>
                  <a:gd name="connsiteX56" fmla="*/ 9646170 w 9871023"/>
                  <a:gd name="connsiteY56" fmla="*/ 5169778 h 5185074"/>
                  <a:gd name="connsiteX57" fmla="*/ 9754849 w 9871023"/>
                  <a:gd name="connsiteY57" fmla="*/ 5102322 h 5185074"/>
                  <a:gd name="connsiteX58" fmla="*/ 9833547 w 9871023"/>
                  <a:gd name="connsiteY58" fmla="*/ 5001139 h 5185074"/>
                  <a:gd name="connsiteX59" fmla="*/ 9871023 w 9871023"/>
                  <a:gd name="connsiteY59" fmla="*/ 4926188 h 5185074"/>
                  <a:gd name="connsiteX0" fmla="*/ 0 w 9864673"/>
                  <a:gd name="connsiteY0" fmla="*/ 4928921 h 5185074"/>
                  <a:gd name="connsiteX1" fmla="*/ 330928 w 9864673"/>
                  <a:gd name="connsiteY1" fmla="*/ 4127961 h 5185074"/>
                  <a:gd name="connsiteX2" fmla="*/ 574518 w 9864673"/>
                  <a:gd name="connsiteY2" fmla="*/ 3415929 h 5185074"/>
                  <a:gd name="connsiteX3" fmla="*/ 806866 w 9864673"/>
                  <a:gd name="connsiteY3" fmla="*/ 2887525 h 5185074"/>
                  <a:gd name="connsiteX4" fmla="*/ 1012981 w 9864673"/>
                  <a:gd name="connsiteY4" fmla="*/ 2730129 h 5185074"/>
                  <a:gd name="connsiteX5" fmla="*/ 1192863 w 9864673"/>
                  <a:gd name="connsiteY5" fmla="*/ 2703896 h 5185074"/>
                  <a:gd name="connsiteX6" fmla="*/ 1365250 w 9864673"/>
                  <a:gd name="connsiteY6" fmla="*/ 2861293 h 5185074"/>
                  <a:gd name="connsiteX7" fmla="*/ 1537636 w 9864673"/>
                  <a:gd name="connsiteY7" fmla="*/ 3123620 h 5185074"/>
                  <a:gd name="connsiteX8" fmla="*/ 1676296 w 9864673"/>
                  <a:gd name="connsiteY8" fmla="*/ 3374706 h 5185074"/>
                  <a:gd name="connsiteX9" fmla="*/ 1811207 w 9864673"/>
                  <a:gd name="connsiteY9" fmla="*/ 3667014 h 5185074"/>
                  <a:gd name="connsiteX10" fmla="*/ 1994836 w 9864673"/>
                  <a:gd name="connsiteY10" fmla="*/ 3933089 h 5185074"/>
                  <a:gd name="connsiteX11" fmla="*/ 2170971 w 9864673"/>
                  <a:gd name="connsiteY11" fmla="*/ 4127961 h 5185074"/>
                  <a:gd name="connsiteX12" fmla="*/ 2339610 w 9864673"/>
                  <a:gd name="connsiteY12" fmla="*/ 4262873 h 5185074"/>
                  <a:gd name="connsiteX13" fmla="*/ 2493259 w 9864673"/>
                  <a:gd name="connsiteY13" fmla="*/ 4281611 h 5185074"/>
                  <a:gd name="connsiteX14" fmla="*/ 2774325 w 9864673"/>
                  <a:gd name="connsiteY14" fmla="*/ 4195417 h 5185074"/>
                  <a:gd name="connsiteX15" fmla="*/ 3010420 w 9864673"/>
                  <a:gd name="connsiteY15" fmla="*/ 4060506 h 5185074"/>
                  <a:gd name="connsiteX16" fmla="*/ 3160322 w 9864673"/>
                  <a:gd name="connsiteY16" fmla="*/ 3948079 h 5185074"/>
                  <a:gd name="connsiteX17" fmla="*/ 3426397 w 9864673"/>
                  <a:gd name="connsiteY17" fmla="*/ 4015535 h 5185074"/>
                  <a:gd name="connsiteX18" fmla="*/ 3666240 w 9864673"/>
                  <a:gd name="connsiteY18" fmla="*/ 4247883 h 5185074"/>
                  <a:gd name="connsiteX19" fmla="*/ 3872355 w 9864673"/>
                  <a:gd name="connsiteY19" fmla="*/ 4472735 h 5185074"/>
                  <a:gd name="connsiteX20" fmla="*/ 4059732 w 9864673"/>
                  <a:gd name="connsiteY20" fmla="*/ 4720073 h 5185074"/>
                  <a:gd name="connsiteX21" fmla="*/ 4164663 w 9864673"/>
                  <a:gd name="connsiteY21" fmla="*/ 4810014 h 5185074"/>
                  <a:gd name="connsiteX22" fmla="*/ 4318312 w 9864673"/>
                  <a:gd name="connsiteY22" fmla="*/ 4836247 h 5185074"/>
                  <a:gd name="connsiteX23" fmla="*/ 4528174 w 9864673"/>
                  <a:gd name="connsiteY23" fmla="*/ 4712578 h 5185074"/>
                  <a:gd name="connsiteX24" fmla="*/ 4693066 w 9864673"/>
                  <a:gd name="connsiteY24" fmla="*/ 4349066 h 5185074"/>
                  <a:gd name="connsiteX25" fmla="*/ 4887938 w 9864673"/>
                  <a:gd name="connsiteY25" fmla="*/ 3903109 h 5185074"/>
                  <a:gd name="connsiteX26" fmla="*/ 5030345 w 9864673"/>
                  <a:gd name="connsiteY26" fmla="*/ 3355968 h 5185074"/>
                  <a:gd name="connsiteX27" fmla="*/ 5157761 w 9864673"/>
                  <a:gd name="connsiteY27" fmla="*/ 2842555 h 5185074"/>
                  <a:gd name="connsiteX28" fmla="*/ 5288925 w 9864673"/>
                  <a:gd name="connsiteY28" fmla="*/ 2389102 h 5185074"/>
                  <a:gd name="connsiteX29" fmla="*/ 5465059 w 9864673"/>
                  <a:gd name="connsiteY29" fmla="*/ 1823224 h 5185074"/>
                  <a:gd name="connsiteX30" fmla="*/ 5637446 w 9864673"/>
                  <a:gd name="connsiteY30" fmla="*/ 1171152 h 5185074"/>
                  <a:gd name="connsiteX31" fmla="*/ 5832318 w 9864673"/>
                  <a:gd name="connsiteY31" fmla="*/ 650243 h 5185074"/>
                  <a:gd name="connsiteX32" fmla="*/ 6045928 w 9864673"/>
                  <a:gd name="connsiteY32" fmla="*/ 185548 h 5185074"/>
                  <a:gd name="connsiteX33" fmla="*/ 6177092 w 9864673"/>
                  <a:gd name="connsiteY33" fmla="*/ 50637 h 5185074"/>
                  <a:gd name="connsiteX34" fmla="*/ 6274528 w 9864673"/>
                  <a:gd name="connsiteY34" fmla="*/ 5666 h 5185074"/>
                  <a:gd name="connsiteX35" fmla="*/ 6401945 w 9864673"/>
                  <a:gd name="connsiteY35" fmla="*/ 16909 h 5185074"/>
                  <a:gd name="connsiteX36" fmla="*/ 6589322 w 9864673"/>
                  <a:gd name="connsiteY36" fmla="*/ 151820 h 5185074"/>
                  <a:gd name="connsiteX37" fmla="*/ 6694253 w 9864673"/>
                  <a:gd name="connsiteY37" fmla="*/ 312965 h 5185074"/>
                  <a:gd name="connsiteX38" fmla="*/ 6881630 w 9864673"/>
                  <a:gd name="connsiteY38" fmla="*/ 537817 h 5185074"/>
                  <a:gd name="connsiteX39" fmla="*/ 6964076 w 9864673"/>
                  <a:gd name="connsiteY39" fmla="*/ 706457 h 5185074"/>
                  <a:gd name="connsiteX40" fmla="*/ 7065259 w 9864673"/>
                  <a:gd name="connsiteY40" fmla="*/ 893834 h 5185074"/>
                  <a:gd name="connsiteX41" fmla="*/ 7233899 w 9864673"/>
                  <a:gd name="connsiteY41" fmla="*/ 1253598 h 5185074"/>
                  <a:gd name="connsiteX42" fmla="*/ 7462499 w 9864673"/>
                  <a:gd name="connsiteY42" fmla="*/ 1482198 h 5185074"/>
                  <a:gd name="connsiteX43" fmla="*/ 7634886 w 9864673"/>
                  <a:gd name="connsiteY43" fmla="*/ 1699555 h 5185074"/>
                  <a:gd name="connsiteX44" fmla="*/ 7814768 w 9864673"/>
                  <a:gd name="connsiteY44" fmla="*/ 1905670 h 5185074"/>
                  <a:gd name="connsiteX45" fmla="*/ 8047115 w 9864673"/>
                  <a:gd name="connsiteY45" fmla="*/ 2149260 h 5185074"/>
                  <a:gd name="connsiteX46" fmla="*/ 8223250 w 9864673"/>
                  <a:gd name="connsiteY46" fmla="*/ 2389102 h 5185074"/>
                  <a:gd name="connsiteX47" fmla="*/ 8406879 w 9864673"/>
                  <a:gd name="connsiteY47" fmla="*/ 2715139 h 5185074"/>
                  <a:gd name="connsiteX48" fmla="*/ 8538043 w 9864673"/>
                  <a:gd name="connsiteY48" fmla="*/ 3037427 h 5185074"/>
                  <a:gd name="connsiteX49" fmla="*/ 8699187 w 9864673"/>
                  <a:gd name="connsiteY49" fmla="*/ 3513365 h 5185074"/>
                  <a:gd name="connsiteX50" fmla="*/ 8867827 w 9864673"/>
                  <a:gd name="connsiteY50" fmla="*/ 3899361 h 5185074"/>
                  <a:gd name="connsiteX51" fmla="*/ 9036466 w 9864673"/>
                  <a:gd name="connsiteY51" fmla="*/ 4277863 h 5185074"/>
                  <a:gd name="connsiteX52" fmla="*/ 9152640 w 9864673"/>
                  <a:gd name="connsiteY52" fmla="*/ 4615142 h 5185074"/>
                  <a:gd name="connsiteX53" fmla="*/ 9325027 w 9864673"/>
                  <a:gd name="connsiteY53" fmla="*/ 4914945 h 5185074"/>
                  <a:gd name="connsiteX54" fmla="*/ 9429958 w 9864673"/>
                  <a:gd name="connsiteY54" fmla="*/ 5076089 h 5185074"/>
                  <a:gd name="connsiteX55" fmla="*/ 9579859 w 9864673"/>
                  <a:gd name="connsiteY55" fmla="*/ 5177273 h 5185074"/>
                  <a:gd name="connsiteX56" fmla="*/ 9639820 w 9864673"/>
                  <a:gd name="connsiteY56" fmla="*/ 5169778 h 5185074"/>
                  <a:gd name="connsiteX57" fmla="*/ 9748499 w 9864673"/>
                  <a:gd name="connsiteY57" fmla="*/ 5102322 h 5185074"/>
                  <a:gd name="connsiteX58" fmla="*/ 9827197 w 9864673"/>
                  <a:gd name="connsiteY58" fmla="*/ 5001139 h 5185074"/>
                  <a:gd name="connsiteX59" fmla="*/ 9864673 w 9864673"/>
                  <a:gd name="connsiteY59" fmla="*/ 4926188 h 5185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9864673" h="5185074">
                    <a:moveTo>
                      <a:pt x="0" y="4928921"/>
                    </a:moveTo>
                    <a:cubicBezTo>
                      <a:pt x="120233" y="4652539"/>
                      <a:pt x="235175" y="4380126"/>
                      <a:pt x="330928" y="4127961"/>
                    </a:cubicBezTo>
                    <a:cubicBezTo>
                      <a:pt x="426681" y="3875796"/>
                      <a:pt x="495195" y="3622668"/>
                      <a:pt x="574518" y="3415929"/>
                    </a:cubicBezTo>
                    <a:cubicBezTo>
                      <a:pt x="653841" y="3209190"/>
                      <a:pt x="733789" y="3001825"/>
                      <a:pt x="806866" y="2887525"/>
                    </a:cubicBezTo>
                    <a:cubicBezTo>
                      <a:pt x="879943" y="2773225"/>
                      <a:pt x="948648" y="2760734"/>
                      <a:pt x="1012981" y="2730129"/>
                    </a:cubicBezTo>
                    <a:cubicBezTo>
                      <a:pt x="1077314" y="2699524"/>
                      <a:pt x="1134152" y="2682035"/>
                      <a:pt x="1192863" y="2703896"/>
                    </a:cubicBezTo>
                    <a:cubicBezTo>
                      <a:pt x="1251575" y="2725757"/>
                      <a:pt x="1307788" y="2791339"/>
                      <a:pt x="1365250" y="2861293"/>
                    </a:cubicBezTo>
                    <a:cubicBezTo>
                      <a:pt x="1422712" y="2931247"/>
                      <a:pt x="1485795" y="3038051"/>
                      <a:pt x="1537636" y="3123620"/>
                    </a:cubicBezTo>
                    <a:cubicBezTo>
                      <a:pt x="1589477" y="3209189"/>
                      <a:pt x="1630701" y="3284140"/>
                      <a:pt x="1676296" y="3374706"/>
                    </a:cubicBezTo>
                    <a:cubicBezTo>
                      <a:pt x="1721891" y="3465272"/>
                      <a:pt x="1758117" y="3573950"/>
                      <a:pt x="1811207" y="3667014"/>
                    </a:cubicBezTo>
                    <a:cubicBezTo>
                      <a:pt x="1864297" y="3760078"/>
                      <a:pt x="1934875" y="3856265"/>
                      <a:pt x="1994836" y="3933089"/>
                    </a:cubicBezTo>
                    <a:cubicBezTo>
                      <a:pt x="2054797" y="4009913"/>
                      <a:pt x="2113509" y="4072997"/>
                      <a:pt x="2170971" y="4127961"/>
                    </a:cubicBezTo>
                    <a:cubicBezTo>
                      <a:pt x="2228433" y="4182925"/>
                      <a:pt x="2285895" y="4237265"/>
                      <a:pt x="2339610" y="4262873"/>
                    </a:cubicBezTo>
                    <a:cubicBezTo>
                      <a:pt x="2393325" y="4288481"/>
                      <a:pt x="2420807" y="4292854"/>
                      <a:pt x="2493259" y="4281611"/>
                    </a:cubicBezTo>
                    <a:cubicBezTo>
                      <a:pt x="2565711" y="4270368"/>
                      <a:pt x="2688132" y="4232268"/>
                      <a:pt x="2774325" y="4195417"/>
                    </a:cubicBezTo>
                    <a:cubicBezTo>
                      <a:pt x="2860518" y="4158566"/>
                      <a:pt x="2946087" y="4101729"/>
                      <a:pt x="3010420" y="4060506"/>
                    </a:cubicBezTo>
                    <a:cubicBezTo>
                      <a:pt x="3074753" y="4019283"/>
                      <a:pt x="3090993" y="3955574"/>
                      <a:pt x="3160322" y="3948079"/>
                    </a:cubicBezTo>
                    <a:cubicBezTo>
                      <a:pt x="3229651" y="3940584"/>
                      <a:pt x="3342077" y="3965568"/>
                      <a:pt x="3426397" y="4015535"/>
                    </a:cubicBezTo>
                    <a:cubicBezTo>
                      <a:pt x="3510717" y="4065502"/>
                      <a:pt x="3591914" y="4171683"/>
                      <a:pt x="3666240" y="4247883"/>
                    </a:cubicBezTo>
                    <a:cubicBezTo>
                      <a:pt x="3740566" y="4324083"/>
                      <a:pt x="3806773" y="4394037"/>
                      <a:pt x="3872355" y="4472735"/>
                    </a:cubicBezTo>
                    <a:cubicBezTo>
                      <a:pt x="3937937" y="4551433"/>
                      <a:pt x="4011014" y="4663860"/>
                      <a:pt x="4059732" y="4720073"/>
                    </a:cubicBezTo>
                    <a:cubicBezTo>
                      <a:pt x="4108450" y="4776286"/>
                      <a:pt x="4121566" y="4790652"/>
                      <a:pt x="4164663" y="4810014"/>
                    </a:cubicBezTo>
                    <a:cubicBezTo>
                      <a:pt x="4207760" y="4829376"/>
                      <a:pt x="4257727" y="4852486"/>
                      <a:pt x="4318312" y="4836247"/>
                    </a:cubicBezTo>
                    <a:cubicBezTo>
                      <a:pt x="4378897" y="4820008"/>
                      <a:pt x="4465715" y="4793775"/>
                      <a:pt x="4528174" y="4712578"/>
                    </a:cubicBezTo>
                    <a:cubicBezTo>
                      <a:pt x="4590633" y="4631381"/>
                      <a:pt x="4633105" y="4483977"/>
                      <a:pt x="4693066" y="4349066"/>
                    </a:cubicBezTo>
                    <a:cubicBezTo>
                      <a:pt x="4753027" y="4214155"/>
                      <a:pt x="4831725" y="4068625"/>
                      <a:pt x="4887938" y="3903109"/>
                    </a:cubicBezTo>
                    <a:cubicBezTo>
                      <a:pt x="4944151" y="3737593"/>
                      <a:pt x="4985375" y="3532727"/>
                      <a:pt x="5030345" y="3355968"/>
                    </a:cubicBezTo>
                    <a:cubicBezTo>
                      <a:pt x="5075316" y="3179209"/>
                      <a:pt x="5114664" y="3003699"/>
                      <a:pt x="5157761" y="2842555"/>
                    </a:cubicBezTo>
                    <a:cubicBezTo>
                      <a:pt x="5200858" y="2681411"/>
                      <a:pt x="5237709" y="2558990"/>
                      <a:pt x="5288925" y="2389102"/>
                    </a:cubicBezTo>
                    <a:cubicBezTo>
                      <a:pt x="5340141" y="2219214"/>
                      <a:pt x="5406972" y="2026216"/>
                      <a:pt x="5465059" y="1823224"/>
                    </a:cubicBezTo>
                    <a:cubicBezTo>
                      <a:pt x="5523146" y="1620232"/>
                      <a:pt x="5576236" y="1366649"/>
                      <a:pt x="5637446" y="1171152"/>
                    </a:cubicBezTo>
                    <a:cubicBezTo>
                      <a:pt x="5698656" y="975655"/>
                      <a:pt x="5764238" y="814510"/>
                      <a:pt x="5832318" y="650243"/>
                    </a:cubicBezTo>
                    <a:cubicBezTo>
                      <a:pt x="5900398" y="485976"/>
                      <a:pt x="5988466" y="285482"/>
                      <a:pt x="6045928" y="185548"/>
                    </a:cubicBezTo>
                    <a:cubicBezTo>
                      <a:pt x="6103390" y="85614"/>
                      <a:pt x="6138992" y="80617"/>
                      <a:pt x="6177092" y="50637"/>
                    </a:cubicBezTo>
                    <a:cubicBezTo>
                      <a:pt x="6215192" y="20657"/>
                      <a:pt x="6237053" y="11287"/>
                      <a:pt x="6274528" y="5666"/>
                    </a:cubicBezTo>
                    <a:cubicBezTo>
                      <a:pt x="6312003" y="45"/>
                      <a:pt x="6349479" y="-7450"/>
                      <a:pt x="6401945" y="16909"/>
                    </a:cubicBezTo>
                    <a:cubicBezTo>
                      <a:pt x="6454411" y="41268"/>
                      <a:pt x="6540604" y="102477"/>
                      <a:pt x="6589322" y="151820"/>
                    </a:cubicBezTo>
                    <a:cubicBezTo>
                      <a:pt x="6638040" y="201163"/>
                      <a:pt x="6645535" y="248632"/>
                      <a:pt x="6694253" y="312965"/>
                    </a:cubicBezTo>
                    <a:cubicBezTo>
                      <a:pt x="6742971" y="377298"/>
                      <a:pt x="6836660" y="472235"/>
                      <a:pt x="6881630" y="537817"/>
                    </a:cubicBezTo>
                    <a:cubicBezTo>
                      <a:pt x="6926600" y="603399"/>
                      <a:pt x="6933471" y="647121"/>
                      <a:pt x="6964076" y="706457"/>
                    </a:cubicBezTo>
                    <a:cubicBezTo>
                      <a:pt x="6994681" y="765793"/>
                      <a:pt x="7020288" y="802644"/>
                      <a:pt x="7065259" y="893834"/>
                    </a:cubicBezTo>
                    <a:cubicBezTo>
                      <a:pt x="7110230" y="985024"/>
                      <a:pt x="7167692" y="1155537"/>
                      <a:pt x="7233899" y="1253598"/>
                    </a:cubicBezTo>
                    <a:cubicBezTo>
                      <a:pt x="7300106" y="1351659"/>
                      <a:pt x="7395668" y="1407872"/>
                      <a:pt x="7462499" y="1482198"/>
                    </a:cubicBezTo>
                    <a:cubicBezTo>
                      <a:pt x="7529330" y="1556524"/>
                      <a:pt x="7576175" y="1628976"/>
                      <a:pt x="7634886" y="1699555"/>
                    </a:cubicBezTo>
                    <a:cubicBezTo>
                      <a:pt x="7693597" y="1770134"/>
                      <a:pt x="7746063" y="1830719"/>
                      <a:pt x="7814768" y="1905670"/>
                    </a:cubicBezTo>
                    <a:cubicBezTo>
                      <a:pt x="7883473" y="1980621"/>
                      <a:pt x="7979035" y="2068688"/>
                      <a:pt x="8047115" y="2149260"/>
                    </a:cubicBezTo>
                    <a:cubicBezTo>
                      <a:pt x="8115195" y="2229832"/>
                      <a:pt x="8163289" y="2294789"/>
                      <a:pt x="8223250" y="2389102"/>
                    </a:cubicBezTo>
                    <a:cubicBezTo>
                      <a:pt x="8283211" y="2483415"/>
                      <a:pt x="8354414" y="2607085"/>
                      <a:pt x="8406879" y="2715139"/>
                    </a:cubicBezTo>
                    <a:cubicBezTo>
                      <a:pt x="8459344" y="2823193"/>
                      <a:pt x="8489325" y="2904389"/>
                      <a:pt x="8538043" y="3037427"/>
                    </a:cubicBezTo>
                    <a:cubicBezTo>
                      <a:pt x="8586761" y="3170465"/>
                      <a:pt x="8644223" y="3369709"/>
                      <a:pt x="8699187" y="3513365"/>
                    </a:cubicBezTo>
                    <a:cubicBezTo>
                      <a:pt x="8754151" y="3657021"/>
                      <a:pt x="8811614" y="3771945"/>
                      <a:pt x="8867827" y="3899361"/>
                    </a:cubicBezTo>
                    <a:cubicBezTo>
                      <a:pt x="8924040" y="4026777"/>
                      <a:pt x="8988997" y="4158566"/>
                      <a:pt x="9036466" y="4277863"/>
                    </a:cubicBezTo>
                    <a:cubicBezTo>
                      <a:pt x="9083935" y="4397160"/>
                      <a:pt x="9104546" y="4508962"/>
                      <a:pt x="9152640" y="4615142"/>
                    </a:cubicBezTo>
                    <a:cubicBezTo>
                      <a:pt x="9200734" y="4721322"/>
                      <a:pt x="9278807" y="4838121"/>
                      <a:pt x="9325027" y="4914945"/>
                    </a:cubicBezTo>
                    <a:cubicBezTo>
                      <a:pt x="9371247" y="4991769"/>
                      <a:pt x="9387486" y="5032368"/>
                      <a:pt x="9429958" y="5076089"/>
                    </a:cubicBezTo>
                    <a:cubicBezTo>
                      <a:pt x="9472430" y="5119810"/>
                      <a:pt x="9544882" y="5161658"/>
                      <a:pt x="9579859" y="5177273"/>
                    </a:cubicBezTo>
                    <a:cubicBezTo>
                      <a:pt x="9614836" y="5192888"/>
                      <a:pt x="9611713" y="5182270"/>
                      <a:pt x="9639820" y="5169778"/>
                    </a:cubicBezTo>
                    <a:cubicBezTo>
                      <a:pt x="9667927" y="5157286"/>
                      <a:pt x="9717270" y="5130428"/>
                      <a:pt x="9748499" y="5102322"/>
                    </a:cubicBezTo>
                    <a:cubicBezTo>
                      <a:pt x="9779728" y="5074216"/>
                      <a:pt x="9807835" y="5030495"/>
                      <a:pt x="9827197" y="5001139"/>
                    </a:cubicBezTo>
                    <a:cubicBezTo>
                      <a:pt x="9846559" y="4971783"/>
                      <a:pt x="9855616" y="4948985"/>
                      <a:pt x="9864673" y="4926188"/>
                    </a:cubicBezTo>
                  </a:path>
                </a:pathLst>
              </a:custGeom>
              <a:noFill/>
              <a:ln w="1905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5DCC37C0-4F63-4FA9-9138-3A574D5EA194}"/>
                  </a:ext>
                </a:extLst>
              </p:cNvPr>
              <p:cNvSpPr/>
              <p:nvPr/>
            </p:nvSpPr>
            <p:spPr bwMode="auto">
              <a:xfrm>
                <a:off x="6163971" y="1801837"/>
                <a:ext cx="1295370" cy="720072"/>
              </a:xfrm>
              <a:custGeom>
                <a:avLst/>
                <a:gdLst>
                  <a:gd name="connsiteX0" fmla="*/ 0 w 9871023"/>
                  <a:gd name="connsiteY0" fmla="*/ 4933683 h 5185074"/>
                  <a:gd name="connsiteX1" fmla="*/ 337278 w 9871023"/>
                  <a:gd name="connsiteY1" fmla="*/ 4127961 h 5185074"/>
                  <a:gd name="connsiteX2" fmla="*/ 580868 w 9871023"/>
                  <a:gd name="connsiteY2" fmla="*/ 3415929 h 5185074"/>
                  <a:gd name="connsiteX3" fmla="*/ 813216 w 9871023"/>
                  <a:gd name="connsiteY3" fmla="*/ 2887525 h 5185074"/>
                  <a:gd name="connsiteX4" fmla="*/ 1019331 w 9871023"/>
                  <a:gd name="connsiteY4" fmla="*/ 2730129 h 5185074"/>
                  <a:gd name="connsiteX5" fmla="*/ 1199213 w 9871023"/>
                  <a:gd name="connsiteY5" fmla="*/ 2703896 h 5185074"/>
                  <a:gd name="connsiteX6" fmla="*/ 1371600 w 9871023"/>
                  <a:gd name="connsiteY6" fmla="*/ 2861293 h 5185074"/>
                  <a:gd name="connsiteX7" fmla="*/ 1543986 w 9871023"/>
                  <a:gd name="connsiteY7" fmla="*/ 3123620 h 5185074"/>
                  <a:gd name="connsiteX8" fmla="*/ 1682646 w 9871023"/>
                  <a:gd name="connsiteY8" fmla="*/ 3374706 h 5185074"/>
                  <a:gd name="connsiteX9" fmla="*/ 1817557 w 9871023"/>
                  <a:gd name="connsiteY9" fmla="*/ 3667014 h 5185074"/>
                  <a:gd name="connsiteX10" fmla="*/ 2001186 w 9871023"/>
                  <a:gd name="connsiteY10" fmla="*/ 3933089 h 5185074"/>
                  <a:gd name="connsiteX11" fmla="*/ 2177321 w 9871023"/>
                  <a:gd name="connsiteY11" fmla="*/ 4127961 h 5185074"/>
                  <a:gd name="connsiteX12" fmla="*/ 2345960 w 9871023"/>
                  <a:gd name="connsiteY12" fmla="*/ 4262873 h 5185074"/>
                  <a:gd name="connsiteX13" fmla="*/ 2499609 w 9871023"/>
                  <a:gd name="connsiteY13" fmla="*/ 4281611 h 5185074"/>
                  <a:gd name="connsiteX14" fmla="*/ 2780675 w 9871023"/>
                  <a:gd name="connsiteY14" fmla="*/ 4195417 h 5185074"/>
                  <a:gd name="connsiteX15" fmla="*/ 3016770 w 9871023"/>
                  <a:gd name="connsiteY15" fmla="*/ 4060506 h 5185074"/>
                  <a:gd name="connsiteX16" fmla="*/ 3166672 w 9871023"/>
                  <a:gd name="connsiteY16" fmla="*/ 3948079 h 5185074"/>
                  <a:gd name="connsiteX17" fmla="*/ 3432747 w 9871023"/>
                  <a:gd name="connsiteY17" fmla="*/ 4015535 h 5185074"/>
                  <a:gd name="connsiteX18" fmla="*/ 3672590 w 9871023"/>
                  <a:gd name="connsiteY18" fmla="*/ 4247883 h 5185074"/>
                  <a:gd name="connsiteX19" fmla="*/ 3878705 w 9871023"/>
                  <a:gd name="connsiteY19" fmla="*/ 4472735 h 5185074"/>
                  <a:gd name="connsiteX20" fmla="*/ 4066082 w 9871023"/>
                  <a:gd name="connsiteY20" fmla="*/ 4720073 h 5185074"/>
                  <a:gd name="connsiteX21" fmla="*/ 4171013 w 9871023"/>
                  <a:gd name="connsiteY21" fmla="*/ 4810014 h 5185074"/>
                  <a:gd name="connsiteX22" fmla="*/ 4324662 w 9871023"/>
                  <a:gd name="connsiteY22" fmla="*/ 4836247 h 5185074"/>
                  <a:gd name="connsiteX23" fmla="*/ 4534524 w 9871023"/>
                  <a:gd name="connsiteY23" fmla="*/ 4712578 h 5185074"/>
                  <a:gd name="connsiteX24" fmla="*/ 4699416 w 9871023"/>
                  <a:gd name="connsiteY24" fmla="*/ 4349066 h 5185074"/>
                  <a:gd name="connsiteX25" fmla="*/ 4894288 w 9871023"/>
                  <a:gd name="connsiteY25" fmla="*/ 3903109 h 5185074"/>
                  <a:gd name="connsiteX26" fmla="*/ 5036695 w 9871023"/>
                  <a:gd name="connsiteY26" fmla="*/ 3355968 h 5185074"/>
                  <a:gd name="connsiteX27" fmla="*/ 5164111 w 9871023"/>
                  <a:gd name="connsiteY27" fmla="*/ 2842555 h 5185074"/>
                  <a:gd name="connsiteX28" fmla="*/ 5295275 w 9871023"/>
                  <a:gd name="connsiteY28" fmla="*/ 2389102 h 5185074"/>
                  <a:gd name="connsiteX29" fmla="*/ 5471409 w 9871023"/>
                  <a:gd name="connsiteY29" fmla="*/ 1823224 h 5185074"/>
                  <a:gd name="connsiteX30" fmla="*/ 5643796 w 9871023"/>
                  <a:gd name="connsiteY30" fmla="*/ 1171152 h 5185074"/>
                  <a:gd name="connsiteX31" fmla="*/ 5838668 w 9871023"/>
                  <a:gd name="connsiteY31" fmla="*/ 650243 h 5185074"/>
                  <a:gd name="connsiteX32" fmla="*/ 6052278 w 9871023"/>
                  <a:gd name="connsiteY32" fmla="*/ 185548 h 5185074"/>
                  <a:gd name="connsiteX33" fmla="*/ 6183442 w 9871023"/>
                  <a:gd name="connsiteY33" fmla="*/ 50637 h 5185074"/>
                  <a:gd name="connsiteX34" fmla="*/ 6280878 w 9871023"/>
                  <a:gd name="connsiteY34" fmla="*/ 5666 h 5185074"/>
                  <a:gd name="connsiteX35" fmla="*/ 6408295 w 9871023"/>
                  <a:gd name="connsiteY35" fmla="*/ 16909 h 5185074"/>
                  <a:gd name="connsiteX36" fmla="*/ 6595672 w 9871023"/>
                  <a:gd name="connsiteY36" fmla="*/ 151820 h 5185074"/>
                  <a:gd name="connsiteX37" fmla="*/ 6700603 w 9871023"/>
                  <a:gd name="connsiteY37" fmla="*/ 312965 h 5185074"/>
                  <a:gd name="connsiteX38" fmla="*/ 6887980 w 9871023"/>
                  <a:gd name="connsiteY38" fmla="*/ 537817 h 5185074"/>
                  <a:gd name="connsiteX39" fmla="*/ 6970426 w 9871023"/>
                  <a:gd name="connsiteY39" fmla="*/ 706457 h 5185074"/>
                  <a:gd name="connsiteX40" fmla="*/ 7071609 w 9871023"/>
                  <a:gd name="connsiteY40" fmla="*/ 893834 h 5185074"/>
                  <a:gd name="connsiteX41" fmla="*/ 7240249 w 9871023"/>
                  <a:gd name="connsiteY41" fmla="*/ 1253598 h 5185074"/>
                  <a:gd name="connsiteX42" fmla="*/ 7468849 w 9871023"/>
                  <a:gd name="connsiteY42" fmla="*/ 1482198 h 5185074"/>
                  <a:gd name="connsiteX43" fmla="*/ 7641236 w 9871023"/>
                  <a:gd name="connsiteY43" fmla="*/ 1699555 h 5185074"/>
                  <a:gd name="connsiteX44" fmla="*/ 7821118 w 9871023"/>
                  <a:gd name="connsiteY44" fmla="*/ 1905670 h 5185074"/>
                  <a:gd name="connsiteX45" fmla="*/ 8053465 w 9871023"/>
                  <a:gd name="connsiteY45" fmla="*/ 2149260 h 5185074"/>
                  <a:gd name="connsiteX46" fmla="*/ 8229600 w 9871023"/>
                  <a:gd name="connsiteY46" fmla="*/ 2389102 h 5185074"/>
                  <a:gd name="connsiteX47" fmla="*/ 8413229 w 9871023"/>
                  <a:gd name="connsiteY47" fmla="*/ 2715139 h 5185074"/>
                  <a:gd name="connsiteX48" fmla="*/ 8544393 w 9871023"/>
                  <a:gd name="connsiteY48" fmla="*/ 3037427 h 5185074"/>
                  <a:gd name="connsiteX49" fmla="*/ 8705537 w 9871023"/>
                  <a:gd name="connsiteY49" fmla="*/ 3513365 h 5185074"/>
                  <a:gd name="connsiteX50" fmla="*/ 8874177 w 9871023"/>
                  <a:gd name="connsiteY50" fmla="*/ 3899361 h 5185074"/>
                  <a:gd name="connsiteX51" fmla="*/ 9042816 w 9871023"/>
                  <a:gd name="connsiteY51" fmla="*/ 4277863 h 5185074"/>
                  <a:gd name="connsiteX52" fmla="*/ 9158990 w 9871023"/>
                  <a:gd name="connsiteY52" fmla="*/ 4615142 h 5185074"/>
                  <a:gd name="connsiteX53" fmla="*/ 9331377 w 9871023"/>
                  <a:gd name="connsiteY53" fmla="*/ 4914945 h 5185074"/>
                  <a:gd name="connsiteX54" fmla="*/ 9436308 w 9871023"/>
                  <a:gd name="connsiteY54" fmla="*/ 5076089 h 5185074"/>
                  <a:gd name="connsiteX55" fmla="*/ 9586209 w 9871023"/>
                  <a:gd name="connsiteY55" fmla="*/ 5177273 h 5185074"/>
                  <a:gd name="connsiteX56" fmla="*/ 9646170 w 9871023"/>
                  <a:gd name="connsiteY56" fmla="*/ 5169778 h 5185074"/>
                  <a:gd name="connsiteX57" fmla="*/ 9754849 w 9871023"/>
                  <a:gd name="connsiteY57" fmla="*/ 5102322 h 5185074"/>
                  <a:gd name="connsiteX58" fmla="*/ 9833547 w 9871023"/>
                  <a:gd name="connsiteY58" fmla="*/ 5001139 h 5185074"/>
                  <a:gd name="connsiteX59" fmla="*/ 9871023 w 9871023"/>
                  <a:gd name="connsiteY59" fmla="*/ 4926188 h 5185074"/>
                  <a:gd name="connsiteX0" fmla="*/ 0 w 9864673"/>
                  <a:gd name="connsiteY0" fmla="*/ 4928921 h 5185074"/>
                  <a:gd name="connsiteX1" fmla="*/ 330928 w 9864673"/>
                  <a:gd name="connsiteY1" fmla="*/ 4127961 h 5185074"/>
                  <a:gd name="connsiteX2" fmla="*/ 574518 w 9864673"/>
                  <a:gd name="connsiteY2" fmla="*/ 3415929 h 5185074"/>
                  <a:gd name="connsiteX3" fmla="*/ 806866 w 9864673"/>
                  <a:gd name="connsiteY3" fmla="*/ 2887525 h 5185074"/>
                  <a:gd name="connsiteX4" fmla="*/ 1012981 w 9864673"/>
                  <a:gd name="connsiteY4" fmla="*/ 2730129 h 5185074"/>
                  <a:gd name="connsiteX5" fmla="*/ 1192863 w 9864673"/>
                  <a:gd name="connsiteY5" fmla="*/ 2703896 h 5185074"/>
                  <a:gd name="connsiteX6" fmla="*/ 1365250 w 9864673"/>
                  <a:gd name="connsiteY6" fmla="*/ 2861293 h 5185074"/>
                  <a:gd name="connsiteX7" fmla="*/ 1537636 w 9864673"/>
                  <a:gd name="connsiteY7" fmla="*/ 3123620 h 5185074"/>
                  <a:gd name="connsiteX8" fmla="*/ 1676296 w 9864673"/>
                  <a:gd name="connsiteY8" fmla="*/ 3374706 h 5185074"/>
                  <a:gd name="connsiteX9" fmla="*/ 1811207 w 9864673"/>
                  <a:gd name="connsiteY9" fmla="*/ 3667014 h 5185074"/>
                  <a:gd name="connsiteX10" fmla="*/ 1994836 w 9864673"/>
                  <a:gd name="connsiteY10" fmla="*/ 3933089 h 5185074"/>
                  <a:gd name="connsiteX11" fmla="*/ 2170971 w 9864673"/>
                  <a:gd name="connsiteY11" fmla="*/ 4127961 h 5185074"/>
                  <a:gd name="connsiteX12" fmla="*/ 2339610 w 9864673"/>
                  <a:gd name="connsiteY12" fmla="*/ 4262873 h 5185074"/>
                  <a:gd name="connsiteX13" fmla="*/ 2493259 w 9864673"/>
                  <a:gd name="connsiteY13" fmla="*/ 4281611 h 5185074"/>
                  <a:gd name="connsiteX14" fmla="*/ 2774325 w 9864673"/>
                  <a:gd name="connsiteY14" fmla="*/ 4195417 h 5185074"/>
                  <a:gd name="connsiteX15" fmla="*/ 3010420 w 9864673"/>
                  <a:gd name="connsiteY15" fmla="*/ 4060506 h 5185074"/>
                  <a:gd name="connsiteX16" fmla="*/ 3160322 w 9864673"/>
                  <a:gd name="connsiteY16" fmla="*/ 3948079 h 5185074"/>
                  <a:gd name="connsiteX17" fmla="*/ 3426397 w 9864673"/>
                  <a:gd name="connsiteY17" fmla="*/ 4015535 h 5185074"/>
                  <a:gd name="connsiteX18" fmla="*/ 3666240 w 9864673"/>
                  <a:gd name="connsiteY18" fmla="*/ 4247883 h 5185074"/>
                  <a:gd name="connsiteX19" fmla="*/ 3872355 w 9864673"/>
                  <a:gd name="connsiteY19" fmla="*/ 4472735 h 5185074"/>
                  <a:gd name="connsiteX20" fmla="*/ 4059732 w 9864673"/>
                  <a:gd name="connsiteY20" fmla="*/ 4720073 h 5185074"/>
                  <a:gd name="connsiteX21" fmla="*/ 4164663 w 9864673"/>
                  <a:gd name="connsiteY21" fmla="*/ 4810014 h 5185074"/>
                  <a:gd name="connsiteX22" fmla="*/ 4318312 w 9864673"/>
                  <a:gd name="connsiteY22" fmla="*/ 4836247 h 5185074"/>
                  <a:gd name="connsiteX23" fmla="*/ 4528174 w 9864673"/>
                  <a:gd name="connsiteY23" fmla="*/ 4712578 h 5185074"/>
                  <a:gd name="connsiteX24" fmla="*/ 4693066 w 9864673"/>
                  <a:gd name="connsiteY24" fmla="*/ 4349066 h 5185074"/>
                  <a:gd name="connsiteX25" fmla="*/ 4887938 w 9864673"/>
                  <a:gd name="connsiteY25" fmla="*/ 3903109 h 5185074"/>
                  <a:gd name="connsiteX26" fmla="*/ 5030345 w 9864673"/>
                  <a:gd name="connsiteY26" fmla="*/ 3355968 h 5185074"/>
                  <a:gd name="connsiteX27" fmla="*/ 5157761 w 9864673"/>
                  <a:gd name="connsiteY27" fmla="*/ 2842555 h 5185074"/>
                  <a:gd name="connsiteX28" fmla="*/ 5288925 w 9864673"/>
                  <a:gd name="connsiteY28" fmla="*/ 2389102 h 5185074"/>
                  <a:gd name="connsiteX29" fmla="*/ 5465059 w 9864673"/>
                  <a:gd name="connsiteY29" fmla="*/ 1823224 h 5185074"/>
                  <a:gd name="connsiteX30" fmla="*/ 5637446 w 9864673"/>
                  <a:gd name="connsiteY30" fmla="*/ 1171152 h 5185074"/>
                  <a:gd name="connsiteX31" fmla="*/ 5832318 w 9864673"/>
                  <a:gd name="connsiteY31" fmla="*/ 650243 h 5185074"/>
                  <a:gd name="connsiteX32" fmla="*/ 6045928 w 9864673"/>
                  <a:gd name="connsiteY32" fmla="*/ 185548 h 5185074"/>
                  <a:gd name="connsiteX33" fmla="*/ 6177092 w 9864673"/>
                  <a:gd name="connsiteY33" fmla="*/ 50637 h 5185074"/>
                  <a:gd name="connsiteX34" fmla="*/ 6274528 w 9864673"/>
                  <a:gd name="connsiteY34" fmla="*/ 5666 h 5185074"/>
                  <a:gd name="connsiteX35" fmla="*/ 6401945 w 9864673"/>
                  <a:gd name="connsiteY35" fmla="*/ 16909 h 5185074"/>
                  <a:gd name="connsiteX36" fmla="*/ 6589322 w 9864673"/>
                  <a:gd name="connsiteY36" fmla="*/ 151820 h 5185074"/>
                  <a:gd name="connsiteX37" fmla="*/ 6694253 w 9864673"/>
                  <a:gd name="connsiteY37" fmla="*/ 312965 h 5185074"/>
                  <a:gd name="connsiteX38" fmla="*/ 6881630 w 9864673"/>
                  <a:gd name="connsiteY38" fmla="*/ 537817 h 5185074"/>
                  <a:gd name="connsiteX39" fmla="*/ 6964076 w 9864673"/>
                  <a:gd name="connsiteY39" fmla="*/ 706457 h 5185074"/>
                  <a:gd name="connsiteX40" fmla="*/ 7065259 w 9864673"/>
                  <a:gd name="connsiteY40" fmla="*/ 893834 h 5185074"/>
                  <a:gd name="connsiteX41" fmla="*/ 7233899 w 9864673"/>
                  <a:gd name="connsiteY41" fmla="*/ 1253598 h 5185074"/>
                  <a:gd name="connsiteX42" fmla="*/ 7462499 w 9864673"/>
                  <a:gd name="connsiteY42" fmla="*/ 1482198 h 5185074"/>
                  <a:gd name="connsiteX43" fmla="*/ 7634886 w 9864673"/>
                  <a:gd name="connsiteY43" fmla="*/ 1699555 h 5185074"/>
                  <a:gd name="connsiteX44" fmla="*/ 7814768 w 9864673"/>
                  <a:gd name="connsiteY44" fmla="*/ 1905670 h 5185074"/>
                  <a:gd name="connsiteX45" fmla="*/ 8047115 w 9864673"/>
                  <a:gd name="connsiteY45" fmla="*/ 2149260 h 5185074"/>
                  <a:gd name="connsiteX46" fmla="*/ 8223250 w 9864673"/>
                  <a:gd name="connsiteY46" fmla="*/ 2389102 h 5185074"/>
                  <a:gd name="connsiteX47" fmla="*/ 8406879 w 9864673"/>
                  <a:gd name="connsiteY47" fmla="*/ 2715139 h 5185074"/>
                  <a:gd name="connsiteX48" fmla="*/ 8538043 w 9864673"/>
                  <a:gd name="connsiteY48" fmla="*/ 3037427 h 5185074"/>
                  <a:gd name="connsiteX49" fmla="*/ 8699187 w 9864673"/>
                  <a:gd name="connsiteY49" fmla="*/ 3513365 h 5185074"/>
                  <a:gd name="connsiteX50" fmla="*/ 8867827 w 9864673"/>
                  <a:gd name="connsiteY50" fmla="*/ 3899361 h 5185074"/>
                  <a:gd name="connsiteX51" fmla="*/ 9036466 w 9864673"/>
                  <a:gd name="connsiteY51" fmla="*/ 4277863 h 5185074"/>
                  <a:gd name="connsiteX52" fmla="*/ 9152640 w 9864673"/>
                  <a:gd name="connsiteY52" fmla="*/ 4615142 h 5185074"/>
                  <a:gd name="connsiteX53" fmla="*/ 9325027 w 9864673"/>
                  <a:gd name="connsiteY53" fmla="*/ 4914945 h 5185074"/>
                  <a:gd name="connsiteX54" fmla="*/ 9429958 w 9864673"/>
                  <a:gd name="connsiteY54" fmla="*/ 5076089 h 5185074"/>
                  <a:gd name="connsiteX55" fmla="*/ 9579859 w 9864673"/>
                  <a:gd name="connsiteY55" fmla="*/ 5177273 h 5185074"/>
                  <a:gd name="connsiteX56" fmla="*/ 9639820 w 9864673"/>
                  <a:gd name="connsiteY56" fmla="*/ 5169778 h 5185074"/>
                  <a:gd name="connsiteX57" fmla="*/ 9748499 w 9864673"/>
                  <a:gd name="connsiteY57" fmla="*/ 5102322 h 5185074"/>
                  <a:gd name="connsiteX58" fmla="*/ 9827197 w 9864673"/>
                  <a:gd name="connsiteY58" fmla="*/ 5001139 h 5185074"/>
                  <a:gd name="connsiteX59" fmla="*/ 9864673 w 9864673"/>
                  <a:gd name="connsiteY59" fmla="*/ 4926188 h 5185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9864673" h="5185074">
                    <a:moveTo>
                      <a:pt x="0" y="4928921"/>
                    </a:moveTo>
                    <a:cubicBezTo>
                      <a:pt x="120233" y="4652539"/>
                      <a:pt x="235175" y="4380126"/>
                      <a:pt x="330928" y="4127961"/>
                    </a:cubicBezTo>
                    <a:cubicBezTo>
                      <a:pt x="426681" y="3875796"/>
                      <a:pt x="495195" y="3622668"/>
                      <a:pt x="574518" y="3415929"/>
                    </a:cubicBezTo>
                    <a:cubicBezTo>
                      <a:pt x="653841" y="3209190"/>
                      <a:pt x="733789" y="3001825"/>
                      <a:pt x="806866" y="2887525"/>
                    </a:cubicBezTo>
                    <a:cubicBezTo>
                      <a:pt x="879943" y="2773225"/>
                      <a:pt x="948648" y="2760734"/>
                      <a:pt x="1012981" y="2730129"/>
                    </a:cubicBezTo>
                    <a:cubicBezTo>
                      <a:pt x="1077314" y="2699524"/>
                      <a:pt x="1134152" y="2682035"/>
                      <a:pt x="1192863" y="2703896"/>
                    </a:cubicBezTo>
                    <a:cubicBezTo>
                      <a:pt x="1251575" y="2725757"/>
                      <a:pt x="1307788" y="2791339"/>
                      <a:pt x="1365250" y="2861293"/>
                    </a:cubicBezTo>
                    <a:cubicBezTo>
                      <a:pt x="1422712" y="2931247"/>
                      <a:pt x="1485795" y="3038051"/>
                      <a:pt x="1537636" y="3123620"/>
                    </a:cubicBezTo>
                    <a:cubicBezTo>
                      <a:pt x="1589477" y="3209189"/>
                      <a:pt x="1630701" y="3284140"/>
                      <a:pt x="1676296" y="3374706"/>
                    </a:cubicBezTo>
                    <a:cubicBezTo>
                      <a:pt x="1721891" y="3465272"/>
                      <a:pt x="1758117" y="3573950"/>
                      <a:pt x="1811207" y="3667014"/>
                    </a:cubicBezTo>
                    <a:cubicBezTo>
                      <a:pt x="1864297" y="3760078"/>
                      <a:pt x="1934875" y="3856265"/>
                      <a:pt x="1994836" y="3933089"/>
                    </a:cubicBezTo>
                    <a:cubicBezTo>
                      <a:pt x="2054797" y="4009913"/>
                      <a:pt x="2113509" y="4072997"/>
                      <a:pt x="2170971" y="4127961"/>
                    </a:cubicBezTo>
                    <a:cubicBezTo>
                      <a:pt x="2228433" y="4182925"/>
                      <a:pt x="2285895" y="4237265"/>
                      <a:pt x="2339610" y="4262873"/>
                    </a:cubicBezTo>
                    <a:cubicBezTo>
                      <a:pt x="2393325" y="4288481"/>
                      <a:pt x="2420807" y="4292854"/>
                      <a:pt x="2493259" y="4281611"/>
                    </a:cubicBezTo>
                    <a:cubicBezTo>
                      <a:pt x="2565711" y="4270368"/>
                      <a:pt x="2688132" y="4232268"/>
                      <a:pt x="2774325" y="4195417"/>
                    </a:cubicBezTo>
                    <a:cubicBezTo>
                      <a:pt x="2860518" y="4158566"/>
                      <a:pt x="2946087" y="4101729"/>
                      <a:pt x="3010420" y="4060506"/>
                    </a:cubicBezTo>
                    <a:cubicBezTo>
                      <a:pt x="3074753" y="4019283"/>
                      <a:pt x="3090993" y="3955574"/>
                      <a:pt x="3160322" y="3948079"/>
                    </a:cubicBezTo>
                    <a:cubicBezTo>
                      <a:pt x="3229651" y="3940584"/>
                      <a:pt x="3342077" y="3965568"/>
                      <a:pt x="3426397" y="4015535"/>
                    </a:cubicBezTo>
                    <a:cubicBezTo>
                      <a:pt x="3510717" y="4065502"/>
                      <a:pt x="3591914" y="4171683"/>
                      <a:pt x="3666240" y="4247883"/>
                    </a:cubicBezTo>
                    <a:cubicBezTo>
                      <a:pt x="3740566" y="4324083"/>
                      <a:pt x="3806773" y="4394037"/>
                      <a:pt x="3872355" y="4472735"/>
                    </a:cubicBezTo>
                    <a:cubicBezTo>
                      <a:pt x="3937937" y="4551433"/>
                      <a:pt x="4011014" y="4663860"/>
                      <a:pt x="4059732" y="4720073"/>
                    </a:cubicBezTo>
                    <a:cubicBezTo>
                      <a:pt x="4108450" y="4776286"/>
                      <a:pt x="4121566" y="4790652"/>
                      <a:pt x="4164663" y="4810014"/>
                    </a:cubicBezTo>
                    <a:cubicBezTo>
                      <a:pt x="4207760" y="4829376"/>
                      <a:pt x="4257727" y="4852486"/>
                      <a:pt x="4318312" y="4836247"/>
                    </a:cubicBezTo>
                    <a:cubicBezTo>
                      <a:pt x="4378897" y="4820008"/>
                      <a:pt x="4465715" y="4793775"/>
                      <a:pt x="4528174" y="4712578"/>
                    </a:cubicBezTo>
                    <a:cubicBezTo>
                      <a:pt x="4590633" y="4631381"/>
                      <a:pt x="4633105" y="4483977"/>
                      <a:pt x="4693066" y="4349066"/>
                    </a:cubicBezTo>
                    <a:cubicBezTo>
                      <a:pt x="4753027" y="4214155"/>
                      <a:pt x="4831725" y="4068625"/>
                      <a:pt x="4887938" y="3903109"/>
                    </a:cubicBezTo>
                    <a:cubicBezTo>
                      <a:pt x="4944151" y="3737593"/>
                      <a:pt x="4985375" y="3532727"/>
                      <a:pt x="5030345" y="3355968"/>
                    </a:cubicBezTo>
                    <a:cubicBezTo>
                      <a:pt x="5075316" y="3179209"/>
                      <a:pt x="5114664" y="3003699"/>
                      <a:pt x="5157761" y="2842555"/>
                    </a:cubicBezTo>
                    <a:cubicBezTo>
                      <a:pt x="5200858" y="2681411"/>
                      <a:pt x="5237709" y="2558990"/>
                      <a:pt x="5288925" y="2389102"/>
                    </a:cubicBezTo>
                    <a:cubicBezTo>
                      <a:pt x="5340141" y="2219214"/>
                      <a:pt x="5406972" y="2026216"/>
                      <a:pt x="5465059" y="1823224"/>
                    </a:cubicBezTo>
                    <a:cubicBezTo>
                      <a:pt x="5523146" y="1620232"/>
                      <a:pt x="5576236" y="1366649"/>
                      <a:pt x="5637446" y="1171152"/>
                    </a:cubicBezTo>
                    <a:cubicBezTo>
                      <a:pt x="5698656" y="975655"/>
                      <a:pt x="5764238" y="814510"/>
                      <a:pt x="5832318" y="650243"/>
                    </a:cubicBezTo>
                    <a:cubicBezTo>
                      <a:pt x="5900398" y="485976"/>
                      <a:pt x="5988466" y="285482"/>
                      <a:pt x="6045928" y="185548"/>
                    </a:cubicBezTo>
                    <a:cubicBezTo>
                      <a:pt x="6103390" y="85614"/>
                      <a:pt x="6138992" y="80617"/>
                      <a:pt x="6177092" y="50637"/>
                    </a:cubicBezTo>
                    <a:cubicBezTo>
                      <a:pt x="6215192" y="20657"/>
                      <a:pt x="6237053" y="11287"/>
                      <a:pt x="6274528" y="5666"/>
                    </a:cubicBezTo>
                    <a:cubicBezTo>
                      <a:pt x="6312003" y="45"/>
                      <a:pt x="6349479" y="-7450"/>
                      <a:pt x="6401945" y="16909"/>
                    </a:cubicBezTo>
                    <a:cubicBezTo>
                      <a:pt x="6454411" y="41268"/>
                      <a:pt x="6540604" y="102477"/>
                      <a:pt x="6589322" y="151820"/>
                    </a:cubicBezTo>
                    <a:cubicBezTo>
                      <a:pt x="6638040" y="201163"/>
                      <a:pt x="6645535" y="248632"/>
                      <a:pt x="6694253" y="312965"/>
                    </a:cubicBezTo>
                    <a:cubicBezTo>
                      <a:pt x="6742971" y="377298"/>
                      <a:pt x="6836660" y="472235"/>
                      <a:pt x="6881630" y="537817"/>
                    </a:cubicBezTo>
                    <a:cubicBezTo>
                      <a:pt x="6926600" y="603399"/>
                      <a:pt x="6933471" y="647121"/>
                      <a:pt x="6964076" y="706457"/>
                    </a:cubicBezTo>
                    <a:cubicBezTo>
                      <a:pt x="6994681" y="765793"/>
                      <a:pt x="7020288" y="802644"/>
                      <a:pt x="7065259" y="893834"/>
                    </a:cubicBezTo>
                    <a:cubicBezTo>
                      <a:pt x="7110230" y="985024"/>
                      <a:pt x="7167692" y="1155537"/>
                      <a:pt x="7233899" y="1253598"/>
                    </a:cubicBezTo>
                    <a:cubicBezTo>
                      <a:pt x="7300106" y="1351659"/>
                      <a:pt x="7395668" y="1407872"/>
                      <a:pt x="7462499" y="1482198"/>
                    </a:cubicBezTo>
                    <a:cubicBezTo>
                      <a:pt x="7529330" y="1556524"/>
                      <a:pt x="7576175" y="1628976"/>
                      <a:pt x="7634886" y="1699555"/>
                    </a:cubicBezTo>
                    <a:cubicBezTo>
                      <a:pt x="7693597" y="1770134"/>
                      <a:pt x="7746063" y="1830719"/>
                      <a:pt x="7814768" y="1905670"/>
                    </a:cubicBezTo>
                    <a:cubicBezTo>
                      <a:pt x="7883473" y="1980621"/>
                      <a:pt x="7979035" y="2068688"/>
                      <a:pt x="8047115" y="2149260"/>
                    </a:cubicBezTo>
                    <a:cubicBezTo>
                      <a:pt x="8115195" y="2229832"/>
                      <a:pt x="8163289" y="2294789"/>
                      <a:pt x="8223250" y="2389102"/>
                    </a:cubicBezTo>
                    <a:cubicBezTo>
                      <a:pt x="8283211" y="2483415"/>
                      <a:pt x="8354414" y="2607085"/>
                      <a:pt x="8406879" y="2715139"/>
                    </a:cubicBezTo>
                    <a:cubicBezTo>
                      <a:pt x="8459344" y="2823193"/>
                      <a:pt x="8489325" y="2904389"/>
                      <a:pt x="8538043" y="3037427"/>
                    </a:cubicBezTo>
                    <a:cubicBezTo>
                      <a:pt x="8586761" y="3170465"/>
                      <a:pt x="8644223" y="3369709"/>
                      <a:pt x="8699187" y="3513365"/>
                    </a:cubicBezTo>
                    <a:cubicBezTo>
                      <a:pt x="8754151" y="3657021"/>
                      <a:pt x="8811614" y="3771945"/>
                      <a:pt x="8867827" y="3899361"/>
                    </a:cubicBezTo>
                    <a:cubicBezTo>
                      <a:pt x="8924040" y="4026777"/>
                      <a:pt x="8988997" y="4158566"/>
                      <a:pt x="9036466" y="4277863"/>
                    </a:cubicBezTo>
                    <a:cubicBezTo>
                      <a:pt x="9083935" y="4397160"/>
                      <a:pt x="9104546" y="4508962"/>
                      <a:pt x="9152640" y="4615142"/>
                    </a:cubicBezTo>
                    <a:cubicBezTo>
                      <a:pt x="9200734" y="4721322"/>
                      <a:pt x="9278807" y="4838121"/>
                      <a:pt x="9325027" y="4914945"/>
                    </a:cubicBezTo>
                    <a:cubicBezTo>
                      <a:pt x="9371247" y="4991769"/>
                      <a:pt x="9387486" y="5032368"/>
                      <a:pt x="9429958" y="5076089"/>
                    </a:cubicBezTo>
                    <a:cubicBezTo>
                      <a:pt x="9472430" y="5119810"/>
                      <a:pt x="9544882" y="5161658"/>
                      <a:pt x="9579859" y="5177273"/>
                    </a:cubicBezTo>
                    <a:cubicBezTo>
                      <a:pt x="9614836" y="5192888"/>
                      <a:pt x="9611713" y="5182270"/>
                      <a:pt x="9639820" y="5169778"/>
                    </a:cubicBezTo>
                    <a:cubicBezTo>
                      <a:pt x="9667927" y="5157286"/>
                      <a:pt x="9717270" y="5130428"/>
                      <a:pt x="9748499" y="5102322"/>
                    </a:cubicBezTo>
                    <a:cubicBezTo>
                      <a:pt x="9779728" y="5074216"/>
                      <a:pt x="9807835" y="5030495"/>
                      <a:pt x="9827197" y="5001139"/>
                    </a:cubicBezTo>
                    <a:cubicBezTo>
                      <a:pt x="9846559" y="4971783"/>
                      <a:pt x="9855616" y="4948985"/>
                      <a:pt x="9864673" y="4926188"/>
                    </a:cubicBezTo>
                  </a:path>
                </a:pathLst>
              </a:custGeom>
              <a:noFill/>
              <a:ln w="1905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E6E07947-3558-4F49-B492-0CF7CDF2272D}"/>
                  </a:ext>
                </a:extLst>
              </p:cNvPr>
              <p:cNvSpPr/>
              <p:nvPr/>
            </p:nvSpPr>
            <p:spPr bwMode="auto">
              <a:xfrm>
                <a:off x="7459341" y="1801837"/>
                <a:ext cx="1295370" cy="720072"/>
              </a:xfrm>
              <a:custGeom>
                <a:avLst/>
                <a:gdLst>
                  <a:gd name="connsiteX0" fmla="*/ 0 w 9871023"/>
                  <a:gd name="connsiteY0" fmla="*/ 4933683 h 5185074"/>
                  <a:gd name="connsiteX1" fmla="*/ 337278 w 9871023"/>
                  <a:gd name="connsiteY1" fmla="*/ 4127961 h 5185074"/>
                  <a:gd name="connsiteX2" fmla="*/ 580868 w 9871023"/>
                  <a:gd name="connsiteY2" fmla="*/ 3415929 h 5185074"/>
                  <a:gd name="connsiteX3" fmla="*/ 813216 w 9871023"/>
                  <a:gd name="connsiteY3" fmla="*/ 2887525 h 5185074"/>
                  <a:gd name="connsiteX4" fmla="*/ 1019331 w 9871023"/>
                  <a:gd name="connsiteY4" fmla="*/ 2730129 h 5185074"/>
                  <a:gd name="connsiteX5" fmla="*/ 1199213 w 9871023"/>
                  <a:gd name="connsiteY5" fmla="*/ 2703896 h 5185074"/>
                  <a:gd name="connsiteX6" fmla="*/ 1371600 w 9871023"/>
                  <a:gd name="connsiteY6" fmla="*/ 2861293 h 5185074"/>
                  <a:gd name="connsiteX7" fmla="*/ 1543986 w 9871023"/>
                  <a:gd name="connsiteY7" fmla="*/ 3123620 h 5185074"/>
                  <a:gd name="connsiteX8" fmla="*/ 1682646 w 9871023"/>
                  <a:gd name="connsiteY8" fmla="*/ 3374706 h 5185074"/>
                  <a:gd name="connsiteX9" fmla="*/ 1817557 w 9871023"/>
                  <a:gd name="connsiteY9" fmla="*/ 3667014 h 5185074"/>
                  <a:gd name="connsiteX10" fmla="*/ 2001186 w 9871023"/>
                  <a:gd name="connsiteY10" fmla="*/ 3933089 h 5185074"/>
                  <a:gd name="connsiteX11" fmla="*/ 2177321 w 9871023"/>
                  <a:gd name="connsiteY11" fmla="*/ 4127961 h 5185074"/>
                  <a:gd name="connsiteX12" fmla="*/ 2345960 w 9871023"/>
                  <a:gd name="connsiteY12" fmla="*/ 4262873 h 5185074"/>
                  <a:gd name="connsiteX13" fmla="*/ 2499609 w 9871023"/>
                  <a:gd name="connsiteY13" fmla="*/ 4281611 h 5185074"/>
                  <a:gd name="connsiteX14" fmla="*/ 2780675 w 9871023"/>
                  <a:gd name="connsiteY14" fmla="*/ 4195417 h 5185074"/>
                  <a:gd name="connsiteX15" fmla="*/ 3016770 w 9871023"/>
                  <a:gd name="connsiteY15" fmla="*/ 4060506 h 5185074"/>
                  <a:gd name="connsiteX16" fmla="*/ 3166672 w 9871023"/>
                  <a:gd name="connsiteY16" fmla="*/ 3948079 h 5185074"/>
                  <a:gd name="connsiteX17" fmla="*/ 3432747 w 9871023"/>
                  <a:gd name="connsiteY17" fmla="*/ 4015535 h 5185074"/>
                  <a:gd name="connsiteX18" fmla="*/ 3672590 w 9871023"/>
                  <a:gd name="connsiteY18" fmla="*/ 4247883 h 5185074"/>
                  <a:gd name="connsiteX19" fmla="*/ 3878705 w 9871023"/>
                  <a:gd name="connsiteY19" fmla="*/ 4472735 h 5185074"/>
                  <a:gd name="connsiteX20" fmla="*/ 4066082 w 9871023"/>
                  <a:gd name="connsiteY20" fmla="*/ 4720073 h 5185074"/>
                  <a:gd name="connsiteX21" fmla="*/ 4171013 w 9871023"/>
                  <a:gd name="connsiteY21" fmla="*/ 4810014 h 5185074"/>
                  <a:gd name="connsiteX22" fmla="*/ 4324662 w 9871023"/>
                  <a:gd name="connsiteY22" fmla="*/ 4836247 h 5185074"/>
                  <a:gd name="connsiteX23" fmla="*/ 4534524 w 9871023"/>
                  <a:gd name="connsiteY23" fmla="*/ 4712578 h 5185074"/>
                  <a:gd name="connsiteX24" fmla="*/ 4699416 w 9871023"/>
                  <a:gd name="connsiteY24" fmla="*/ 4349066 h 5185074"/>
                  <a:gd name="connsiteX25" fmla="*/ 4894288 w 9871023"/>
                  <a:gd name="connsiteY25" fmla="*/ 3903109 h 5185074"/>
                  <a:gd name="connsiteX26" fmla="*/ 5036695 w 9871023"/>
                  <a:gd name="connsiteY26" fmla="*/ 3355968 h 5185074"/>
                  <a:gd name="connsiteX27" fmla="*/ 5164111 w 9871023"/>
                  <a:gd name="connsiteY27" fmla="*/ 2842555 h 5185074"/>
                  <a:gd name="connsiteX28" fmla="*/ 5295275 w 9871023"/>
                  <a:gd name="connsiteY28" fmla="*/ 2389102 h 5185074"/>
                  <a:gd name="connsiteX29" fmla="*/ 5471409 w 9871023"/>
                  <a:gd name="connsiteY29" fmla="*/ 1823224 h 5185074"/>
                  <a:gd name="connsiteX30" fmla="*/ 5643796 w 9871023"/>
                  <a:gd name="connsiteY30" fmla="*/ 1171152 h 5185074"/>
                  <a:gd name="connsiteX31" fmla="*/ 5838668 w 9871023"/>
                  <a:gd name="connsiteY31" fmla="*/ 650243 h 5185074"/>
                  <a:gd name="connsiteX32" fmla="*/ 6052278 w 9871023"/>
                  <a:gd name="connsiteY32" fmla="*/ 185548 h 5185074"/>
                  <a:gd name="connsiteX33" fmla="*/ 6183442 w 9871023"/>
                  <a:gd name="connsiteY33" fmla="*/ 50637 h 5185074"/>
                  <a:gd name="connsiteX34" fmla="*/ 6280878 w 9871023"/>
                  <a:gd name="connsiteY34" fmla="*/ 5666 h 5185074"/>
                  <a:gd name="connsiteX35" fmla="*/ 6408295 w 9871023"/>
                  <a:gd name="connsiteY35" fmla="*/ 16909 h 5185074"/>
                  <a:gd name="connsiteX36" fmla="*/ 6595672 w 9871023"/>
                  <a:gd name="connsiteY36" fmla="*/ 151820 h 5185074"/>
                  <a:gd name="connsiteX37" fmla="*/ 6700603 w 9871023"/>
                  <a:gd name="connsiteY37" fmla="*/ 312965 h 5185074"/>
                  <a:gd name="connsiteX38" fmla="*/ 6887980 w 9871023"/>
                  <a:gd name="connsiteY38" fmla="*/ 537817 h 5185074"/>
                  <a:gd name="connsiteX39" fmla="*/ 6970426 w 9871023"/>
                  <a:gd name="connsiteY39" fmla="*/ 706457 h 5185074"/>
                  <a:gd name="connsiteX40" fmla="*/ 7071609 w 9871023"/>
                  <a:gd name="connsiteY40" fmla="*/ 893834 h 5185074"/>
                  <a:gd name="connsiteX41" fmla="*/ 7240249 w 9871023"/>
                  <a:gd name="connsiteY41" fmla="*/ 1253598 h 5185074"/>
                  <a:gd name="connsiteX42" fmla="*/ 7468849 w 9871023"/>
                  <a:gd name="connsiteY42" fmla="*/ 1482198 h 5185074"/>
                  <a:gd name="connsiteX43" fmla="*/ 7641236 w 9871023"/>
                  <a:gd name="connsiteY43" fmla="*/ 1699555 h 5185074"/>
                  <a:gd name="connsiteX44" fmla="*/ 7821118 w 9871023"/>
                  <a:gd name="connsiteY44" fmla="*/ 1905670 h 5185074"/>
                  <a:gd name="connsiteX45" fmla="*/ 8053465 w 9871023"/>
                  <a:gd name="connsiteY45" fmla="*/ 2149260 h 5185074"/>
                  <a:gd name="connsiteX46" fmla="*/ 8229600 w 9871023"/>
                  <a:gd name="connsiteY46" fmla="*/ 2389102 h 5185074"/>
                  <a:gd name="connsiteX47" fmla="*/ 8413229 w 9871023"/>
                  <a:gd name="connsiteY47" fmla="*/ 2715139 h 5185074"/>
                  <a:gd name="connsiteX48" fmla="*/ 8544393 w 9871023"/>
                  <a:gd name="connsiteY48" fmla="*/ 3037427 h 5185074"/>
                  <a:gd name="connsiteX49" fmla="*/ 8705537 w 9871023"/>
                  <a:gd name="connsiteY49" fmla="*/ 3513365 h 5185074"/>
                  <a:gd name="connsiteX50" fmla="*/ 8874177 w 9871023"/>
                  <a:gd name="connsiteY50" fmla="*/ 3899361 h 5185074"/>
                  <a:gd name="connsiteX51" fmla="*/ 9042816 w 9871023"/>
                  <a:gd name="connsiteY51" fmla="*/ 4277863 h 5185074"/>
                  <a:gd name="connsiteX52" fmla="*/ 9158990 w 9871023"/>
                  <a:gd name="connsiteY52" fmla="*/ 4615142 h 5185074"/>
                  <a:gd name="connsiteX53" fmla="*/ 9331377 w 9871023"/>
                  <a:gd name="connsiteY53" fmla="*/ 4914945 h 5185074"/>
                  <a:gd name="connsiteX54" fmla="*/ 9436308 w 9871023"/>
                  <a:gd name="connsiteY54" fmla="*/ 5076089 h 5185074"/>
                  <a:gd name="connsiteX55" fmla="*/ 9586209 w 9871023"/>
                  <a:gd name="connsiteY55" fmla="*/ 5177273 h 5185074"/>
                  <a:gd name="connsiteX56" fmla="*/ 9646170 w 9871023"/>
                  <a:gd name="connsiteY56" fmla="*/ 5169778 h 5185074"/>
                  <a:gd name="connsiteX57" fmla="*/ 9754849 w 9871023"/>
                  <a:gd name="connsiteY57" fmla="*/ 5102322 h 5185074"/>
                  <a:gd name="connsiteX58" fmla="*/ 9833547 w 9871023"/>
                  <a:gd name="connsiteY58" fmla="*/ 5001139 h 5185074"/>
                  <a:gd name="connsiteX59" fmla="*/ 9871023 w 9871023"/>
                  <a:gd name="connsiteY59" fmla="*/ 4926188 h 5185074"/>
                  <a:gd name="connsiteX0" fmla="*/ 0 w 9864673"/>
                  <a:gd name="connsiteY0" fmla="*/ 4928921 h 5185074"/>
                  <a:gd name="connsiteX1" fmla="*/ 330928 w 9864673"/>
                  <a:gd name="connsiteY1" fmla="*/ 4127961 h 5185074"/>
                  <a:gd name="connsiteX2" fmla="*/ 574518 w 9864673"/>
                  <a:gd name="connsiteY2" fmla="*/ 3415929 h 5185074"/>
                  <a:gd name="connsiteX3" fmla="*/ 806866 w 9864673"/>
                  <a:gd name="connsiteY3" fmla="*/ 2887525 h 5185074"/>
                  <a:gd name="connsiteX4" fmla="*/ 1012981 w 9864673"/>
                  <a:gd name="connsiteY4" fmla="*/ 2730129 h 5185074"/>
                  <a:gd name="connsiteX5" fmla="*/ 1192863 w 9864673"/>
                  <a:gd name="connsiteY5" fmla="*/ 2703896 h 5185074"/>
                  <a:gd name="connsiteX6" fmla="*/ 1365250 w 9864673"/>
                  <a:gd name="connsiteY6" fmla="*/ 2861293 h 5185074"/>
                  <a:gd name="connsiteX7" fmla="*/ 1537636 w 9864673"/>
                  <a:gd name="connsiteY7" fmla="*/ 3123620 h 5185074"/>
                  <a:gd name="connsiteX8" fmla="*/ 1676296 w 9864673"/>
                  <a:gd name="connsiteY8" fmla="*/ 3374706 h 5185074"/>
                  <a:gd name="connsiteX9" fmla="*/ 1811207 w 9864673"/>
                  <a:gd name="connsiteY9" fmla="*/ 3667014 h 5185074"/>
                  <a:gd name="connsiteX10" fmla="*/ 1994836 w 9864673"/>
                  <a:gd name="connsiteY10" fmla="*/ 3933089 h 5185074"/>
                  <a:gd name="connsiteX11" fmla="*/ 2170971 w 9864673"/>
                  <a:gd name="connsiteY11" fmla="*/ 4127961 h 5185074"/>
                  <a:gd name="connsiteX12" fmla="*/ 2339610 w 9864673"/>
                  <a:gd name="connsiteY12" fmla="*/ 4262873 h 5185074"/>
                  <a:gd name="connsiteX13" fmla="*/ 2493259 w 9864673"/>
                  <a:gd name="connsiteY13" fmla="*/ 4281611 h 5185074"/>
                  <a:gd name="connsiteX14" fmla="*/ 2774325 w 9864673"/>
                  <a:gd name="connsiteY14" fmla="*/ 4195417 h 5185074"/>
                  <a:gd name="connsiteX15" fmla="*/ 3010420 w 9864673"/>
                  <a:gd name="connsiteY15" fmla="*/ 4060506 h 5185074"/>
                  <a:gd name="connsiteX16" fmla="*/ 3160322 w 9864673"/>
                  <a:gd name="connsiteY16" fmla="*/ 3948079 h 5185074"/>
                  <a:gd name="connsiteX17" fmla="*/ 3426397 w 9864673"/>
                  <a:gd name="connsiteY17" fmla="*/ 4015535 h 5185074"/>
                  <a:gd name="connsiteX18" fmla="*/ 3666240 w 9864673"/>
                  <a:gd name="connsiteY18" fmla="*/ 4247883 h 5185074"/>
                  <a:gd name="connsiteX19" fmla="*/ 3872355 w 9864673"/>
                  <a:gd name="connsiteY19" fmla="*/ 4472735 h 5185074"/>
                  <a:gd name="connsiteX20" fmla="*/ 4059732 w 9864673"/>
                  <a:gd name="connsiteY20" fmla="*/ 4720073 h 5185074"/>
                  <a:gd name="connsiteX21" fmla="*/ 4164663 w 9864673"/>
                  <a:gd name="connsiteY21" fmla="*/ 4810014 h 5185074"/>
                  <a:gd name="connsiteX22" fmla="*/ 4318312 w 9864673"/>
                  <a:gd name="connsiteY22" fmla="*/ 4836247 h 5185074"/>
                  <a:gd name="connsiteX23" fmla="*/ 4528174 w 9864673"/>
                  <a:gd name="connsiteY23" fmla="*/ 4712578 h 5185074"/>
                  <a:gd name="connsiteX24" fmla="*/ 4693066 w 9864673"/>
                  <a:gd name="connsiteY24" fmla="*/ 4349066 h 5185074"/>
                  <a:gd name="connsiteX25" fmla="*/ 4887938 w 9864673"/>
                  <a:gd name="connsiteY25" fmla="*/ 3903109 h 5185074"/>
                  <a:gd name="connsiteX26" fmla="*/ 5030345 w 9864673"/>
                  <a:gd name="connsiteY26" fmla="*/ 3355968 h 5185074"/>
                  <a:gd name="connsiteX27" fmla="*/ 5157761 w 9864673"/>
                  <a:gd name="connsiteY27" fmla="*/ 2842555 h 5185074"/>
                  <a:gd name="connsiteX28" fmla="*/ 5288925 w 9864673"/>
                  <a:gd name="connsiteY28" fmla="*/ 2389102 h 5185074"/>
                  <a:gd name="connsiteX29" fmla="*/ 5465059 w 9864673"/>
                  <a:gd name="connsiteY29" fmla="*/ 1823224 h 5185074"/>
                  <a:gd name="connsiteX30" fmla="*/ 5637446 w 9864673"/>
                  <a:gd name="connsiteY30" fmla="*/ 1171152 h 5185074"/>
                  <a:gd name="connsiteX31" fmla="*/ 5832318 w 9864673"/>
                  <a:gd name="connsiteY31" fmla="*/ 650243 h 5185074"/>
                  <a:gd name="connsiteX32" fmla="*/ 6045928 w 9864673"/>
                  <a:gd name="connsiteY32" fmla="*/ 185548 h 5185074"/>
                  <a:gd name="connsiteX33" fmla="*/ 6177092 w 9864673"/>
                  <a:gd name="connsiteY33" fmla="*/ 50637 h 5185074"/>
                  <a:gd name="connsiteX34" fmla="*/ 6274528 w 9864673"/>
                  <a:gd name="connsiteY34" fmla="*/ 5666 h 5185074"/>
                  <a:gd name="connsiteX35" fmla="*/ 6401945 w 9864673"/>
                  <a:gd name="connsiteY35" fmla="*/ 16909 h 5185074"/>
                  <a:gd name="connsiteX36" fmla="*/ 6589322 w 9864673"/>
                  <a:gd name="connsiteY36" fmla="*/ 151820 h 5185074"/>
                  <a:gd name="connsiteX37" fmla="*/ 6694253 w 9864673"/>
                  <a:gd name="connsiteY37" fmla="*/ 312965 h 5185074"/>
                  <a:gd name="connsiteX38" fmla="*/ 6881630 w 9864673"/>
                  <a:gd name="connsiteY38" fmla="*/ 537817 h 5185074"/>
                  <a:gd name="connsiteX39" fmla="*/ 6964076 w 9864673"/>
                  <a:gd name="connsiteY39" fmla="*/ 706457 h 5185074"/>
                  <a:gd name="connsiteX40" fmla="*/ 7065259 w 9864673"/>
                  <a:gd name="connsiteY40" fmla="*/ 893834 h 5185074"/>
                  <a:gd name="connsiteX41" fmla="*/ 7233899 w 9864673"/>
                  <a:gd name="connsiteY41" fmla="*/ 1253598 h 5185074"/>
                  <a:gd name="connsiteX42" fmla="*/ 7462499 w 9864673"/>
                  <a:gd name="connsiteY42" fmla="*/ 1482198 h 5185074"/>
                  <a:gd name="connsiteX43" fmla="*/ 7634886 w 9864673"/>
                  <a:gd name="connsiteY43" fmla="*/ 1699555 h 5185074"/>
                  <a:gd name="connsiteX44" fmla="*/ 7814768 w 9864673"/>
                  <a:gd name="connsiteY44" fmla="*/ 1905670 h 5185074"/>
                  <a:gd name="connsiteX45" fmla="*/ 8047115 w 9864673"/>
                  <a:gd name="connsiteY45" fmla="*/ 2149260 h 5185074"/>
                  <a:gd name="connsiteX46" fmla="*/ 8223250 w 9864673"/>
                  <a:gd name="connsiteY46" fmla="*/ 2389102 h 5185074"/>
                  <a:gd name="connsiteX47" fmla="*/ 8406879 w 9864673"/>
                  <a:gd name="connsiteY47" fmla="*/ 2715139 h 5185074"/>
                  <a:gd name="connsiteX48" fmla="*/ 8538043 w 9864673"/>
                  <a:gd name="connsiteY48" fmla="*/ 3037427 h 5185074"/>
                  <a:gd name="connsiteX49" fmla="*/ 8699187 w 9864673"/>
                  <a:gd name="connsiteY49" fmla="*/ 3513365 h 5185074"/>
                  <a:gd name="connsiteX50" fmla="*/ 8867827 w 9864673"/>
                  <a:gd name="connsiteY50" fmla="*/ 3899361 h 5185074"/>
                  <a:gd name="connsiteX51" fmla="*/ 9036466 w 9864673"/>
                  <a:gd name="connsiteY51" fmla="*/ 4277863 h 5185074"/>
                  <a:gd name="connsiteX52" fmla="*/ 9152640 w 9864673"/>
                  <a:gd name="connsiteY52" fmla="*/ 4615142 h 5185074"/>
                  <a:gd name="connsiteX53" fmla="*/ 9325027 w 9864673"/>
                  <a:gd name="connsiteY53" fmla="*/ 4914945 h 5185074"/>
                  <a:gd name="connsiteX54" fmla="*/ 9429958 w 9864673"/>
                  <a:gd name="connsiteY54" fmla="*/ 5076089 h 5185074"/>
                  <a:gd name="connsiteX55" fmla="*/ 9579859 w 9864673"/>
                  <a:gd name="connsiteY55" fmla="*/ 5177273 h 5185074"/>
                  <a:gd name="connsiteX56" fmla="*/ 9639820 w 9864673"/>
                  <a:gd name="connsiteY56" fmla="*/ 5169778 h 5185074"/>
                  <a:gd name="connsiteX57" fmla="*/ 9748499 w 9864673"/>
                  <a:gd name="connsiteY57" fmla="*/ 5102322 h 5185074"/>
                  <a:gd name="connsiteX58" fmla="*/ 9827197 w 9864673"/>
                  <a:gd name="connsiteY58" fmla="*/ 5001139 h 5185074"/>
                  <a:gd name="connsiteX59" fmla="*/ 9864673 w 9864673"/>
                  <a:gd name="connsiteY59" fmla="*/ 4926188 h 5185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9864673" h="5185074">
                    <a:moveTo>
                      <a:pt x="0" y="4928921"/>
                    </a:moveTo>
                    <a:cubicBezTo>
                      <a:pt x="120233" y="4652539"/>
                      <a:pt x="235175" y="4380126"/>
                      <a:pt x="330928" y="4127961"/>
                    </a:cubicBezTo>
                    <a:cubicBezTo>
                      <a:pt x="426681" y="3875796"/>
                      <a:pt x="495195" y="3622668"/>
                      <a:pt x="574518" y="3415929"/>
                    </a:cubicBezTo>
                    <a:cubicBezTo>
                      <a:pt x="653841" y="3209190"/>
                      <a:pt x="733789" y="3001825"/>
                      <a:pt x="806866" y="2887525"/>
                    </a:cubicBezTo>
                    <a:cubicBezTo>
                      <a:pt x="879943" y="2773225"/>
                      <a:pt x="948648" y="2760734"/>
                      <a:pt x="1012981" y="2730129"/>
                    </a:cubicBezTo>
                    <a:cubicBezTo>
                      <a:pt x="1077314" y="2699524"/>
                      <a:pt x="1134152" y="2682035"/>
                      <a:pt x="1192863" y="2703896"/>
                    </a:cubicBezTo>
                    <a:cubicBezTo>
                      <a:pt x="1251575" y="2725757"/>
                      <a:pt x="1307788" y="2791339"/>
                      <a:pt x="1365250" y="2861293"/>
                    </a:cubicBezTo>
                    <a:cubicBezTo>
                      <a:pt x="1422712" y="2931247"/>
                      <a:pt x="1485795" y="3038051"/>
                      <a:pt x="1537636" y="3123620"/>
                    </a:cubicBezTo>
                    <a:cubicBezTo>
                      <a:pt x="1589477" y="3209189"/>
                      <a:pt x="1630701" y="3284140"/>
                      <a:pt x="1676296" y="3374706"/>
                    </a:cubicBezTo>
                    <a:cubicBezTo>
                      <a:pt x="1721891" y="3465272"/>
                      <a:pt x="1758117" y="3573950"/>
                      <a:pt x="1811207" y="3667014"/>
                    </a:cubicBezTo>
                    <a:cubicBezTo>
                      <a:pt x="1864297" y="3760078"/>
                      <a:pt x="1934875" y="3856265"/>
                      <a:pt x="1994836" y="3933089"/>
                    </a:cubicBezTo>
                    <a:cubicBezTo>
                      <a:pt x="2054797" y="4009913"/>
                      <a:pt x="2113509" y="4072997"/>
                      <a:pt x="2170971" y="4127961"/>
                    </a:cubicBezTo>
                    <a:cubicBezTo>
                      <a:pt x="2228433" y="4182925"/>
                      <a:pt x="2285895" y="4237265"/>
                      <a:pt x="2339610" y="4262873"/>
                    </a:cubicBezTo>
                    <a:cubicBezTo>
                      <a:pt x="2393325" y="4288481"/>
                      <a:pt x="2420807" y="4292854"/>
                      <a:pt x="2493259" y="4281611"/>
                    </a:cubicBezTo>
                    <a:cubicBezTo>
                      <a:pt x="2565711" y="4270368"/>
                      <a:pt x="2688132" y="4232268"/>
                      <a:pt x="2774325" y="4195417"/>
                    </a:cubicBezTo>
                    <a:cubicBezTo>
                      <a:pt x="2860518" y="4158566"/>
                      <a:pt x="2946087" y="4101729"/>
                      <a:pt x="3010420" y="4060506"/>
                    </a:cubicBezTo>
                    <a:cubicBezTo>
                      <a:pt x="3074753" y="4019283"/>
                      <a:pt x="3090993" y="3955574"/>
                      <a:pt x="3160322" y="3948079"/>
                    </a:cubicBezTo>
                    <a:cubicBezTo>
                      <a:pt x="3229651" y="3940584"/>
                      <a:pt x="3342077" y="3965568"/>
                      <a:pt x="3426397" y="4015535"/>
                    </a:cubicBezTo>
                    <a:cubicBezTo>
                      <a:pt x="3510717" y="4065502"/>
                      <a:pt x="3591914" y="4171683"/>
                      <a:pt x="3666240" y="4247883"/>
                    </a:cubicBezTo>
                    <a:cubicBezTo>
                      <a:pt x="3740566" y="4324083"/>
                      <a:pt x="3806773" y="4394037"/>
                      <a:pt x="3872355" y="4472735"/>
                    </a:cubicBezTo>
                    <a:cubicBezTo>
                      <a:pt x="3937937" y="4551433"/>
                      <a:pt x="4011014" y="4663860"/>
                      <a:pt x="4059732" y="4720073"/>
                    </a:cubicBezTo>
                    <a:cubicBezTo>
                      <a:pt x="4108450" y="4776286"/>
                      <a:pt x="4121566" y="4790652"/>
                      <a:pt x="4164663" y="4810014"/>
                    </a:cubicBezTo>
                    <a:cubicBezTo>
                      <a:pt x="4207760" y="4829376"/>
                      <a:pt x="4257727" y="4852486"/>
                      <a:pt x="4318312" y="4836247"/>
                    </a:cubicBezTo>
                    <a:cubicBezTo>
                      <a:pt x="4378897" y="4820008"/>
                      <a:pt x="4465715" y="4793775"/>
                      <a:pt x="4528174" y="4712578"/>
                    </a:cubicBezTo>
                    <a:cubicBezTo>
                      <a:pt x="4590633" y="4631381"/>
                      <a:pt x="4633105" y="4483977"/>
                      <a:pt x="4693066" y="4349066"/>
                    </a:cubicBezTo>
                    <a:cubicBezTo>
                      <a:pt x="4753027" y="4214155"/>
                      <a:pt x="4831725" y="4068625"/>
                      <a:pt x="4887938" y="3903109"/>
                    </a:cubicBezTo>
                    <a:cubicBezTo>
                      <a:pt x="4944151" y="3737593"/>
                      <a:pt x="4985375" y="3532727"/>
                      <a:pt x="5030345" y="3355968"/>
                    </a:cubicBezTo>
                    <a:cubicBezTo>
                      <a:pt x="5075316" y="3179209"/>
                      <a:pt x="5114664" y="3003699"/>
                      <a:pt x="5157761" y="2842555"/>
                    </a:cubicBezTo>
                    <a:cubicBezTo>
                      <a:pt x="5200858" y="2681411"/>
                      <a:pt x="5237709" y="2558990"/>
                      <a:pt x="5288925" y="2389102"/>
                    </a:cubicBezTo>
                    <a:cubicBezTo>
                      <a:pt x="5340141" y="2219214"/>
                      <a:pt x="5406972" y="2026216"/>
                      <a:pt x="5465059" y="1823224"/>
                    </a:cubicBezTo>
                    <a:cubicBezTo>
                      <a:pt x="5523146" y="1620232"/>
                      <a:pt x="5576236" y="1366649"/>
                      <a:pt x="5637446" y="1171152"/>
                    </a:cubicBezTo>
                    <a:cubicBezTo>
                      <a:pt x="5698656" y="975655"/>
                      <a:pt x="5764238" y="814510"/>
                      <a:pt x="5832318" y="650243"/>
                    </a:cubicBezTo>
                    <a:cubicBezTo>
                      <a:pt x="5900398" y="485976"/>
                      <a:pt x="5988466" y="285482"/>
                      <a:pt x="6045928" y="185548"/>
                    </a:cubicBezTo>
                    <a:cubicBezTo>
                      <a:pt x="6103390" y="85614"/>
                      <a:pt x="6138992" y="80617"/>
                      <a:pt x="6177092" y="50637"/>
                    </a:cubicBezTo>
                    <a:cubicBezTo>
                      <a:pt x="6215192" y="20657"/>
                      <a:pt x="6237053" y="11287"/>
                      <a:pt x="6274528" y="5666"/>
                    </a:cubicBezTo>
                    <a:cubicBezTo>
                      <a:pt x="6312003" y="45"/>
                      <a:pt x="6349479" y="-7450"/>
                      <a:pt x="6401945" y="16909"/>
                    </a:cubicBezTo>
                    <a:cubicBezTo>
                      <a:pt x="6454411" y="41268"/>
                      <a:pt x="6540604" y="102477"/>
                      <a:pt x="6589322" y="151820"/>
                    </a:cubicBezTo>
                    <a:cubicBezTo>
                      <a:pt x="6638040" y="201163"/>
                      <a:pt x="6645535" y="248632"/>
                      <a:pt x="6694253" y="312965"/>
                    </a:cubicBezTo>
                    <a:cubicBezTo>
                      <a:pt x="6742971" y="377298"/>
                      <a:pt x="6836660" y="472235"/>
                      <a:pt x="6881630" y="537817"/>
                    </a:cubicBezTo>
                    <a:cubicBezTo>
                      <a:pt x="6926600" y="603399"/>
                      <a:pt x="6933471" y="647121"/>
                      <a:pt x="6964076" y="706457"/>
                    </a:cubicBezTo>
                    <a:cubicBezTo>
                      <a:pt x="6994681" y="765793"/>
                      <a:pt x="7020288" y="802644"/>
                      <a:pt x="7065259" y="893834"/>
                    </a:cubicBezTo>
                    <a:cubicBezTo>
                      <a:pt x="7110230" y="985024"/>
                      <a:pt x="7167692" y="1155537"/>
                      <a:pt x="7233899" y="1253598"/>
                    </a:cubicBezTo>
                    <a:cubicBezTo>
                      <a:pt x="7300106" y="1351659"/>
                      <a:pt x="7395668" y="1407872"/>
                      <a:pt x="7462499" y="1482198"/>
                    </a:cubicBezTo>
                    <a:cubicBezTo>
                      <a:pt x="7529330" y="1556524"/>
                      <a:pt x="7576175" y="1628976"/>
                      <a:pt x="7634886" y="1699555"/>
                    </a:cubicBezTo>
                    <a:cubicBezTo>
                      <a:pt x="7693597" y="1770134"/>
                      <a:pt x="7746063" y="1830719"/>
                      <a:pt x="7814768" y="1905670"/>
                    </a:cubicBezTo>
                    <a:cubicBezTo>
                      <a:pt x="7883473" y="1980621"/>
                      <a:pt x="7979035" y="2068688"/>
                      <a:pt x="8047115" y="2149260"/>
                    </a:cubicBezTo>
                    <a:cubicBezTo>
                      <a:pt x="8115195" y="2229832"/>
                      <a:pt x="8163289" y="2294789"/>
                      <a:pt x="8223250" y="2389102"/>
                    </a:cubicBezTo>
                    <a:cubicBezTo>
                      <a:pt x="8283211" y="2483415"/>
                      <a:pt x="8354414" y="2607085"/>
                      <a:pt x="8406879" y="2715139"/>
                    </a:cubicBezTo>
                    <a:cubicBezTo>
                      <a:pt x="8459344" y="2823193"/>
                      <a:pt x="8489325" y="2904389"/>
                      <a:pt x="8538043" y="3037427"/>
                    </a:cubicBezTo>
                    <a:cubicBezTo>
                      <a:pt x="8586761" y="3170465"/>
                      <a:pt x="8644223" y="3369709"/>
                      <a:pt x="8699187" y="3513365"/>
                    </a:cubicBezTo>
                    <a:cubicBezTo>
                      <a:pt x="8754151" y="3657021"/>
                      <a:pt x="8811614" y="3771945"/>
                      <a:pt x="8867827" y="3899361"/>
                    </a:cubicBezTo>
                    <a:cubicBezTo>
                      <a:pt x="8924040" y="4026777"/>
                      <a:pt x="8988997" y="4158566"/>
                      <a:pt x="9036466" y="4277863"/>
                    </a:cubicBezTo>
                    <a:cubicBezTo>
                      <a:pt x="9083935" y="4397160"/>
                      <a:pt x="9104546" y="4508962"/>
                      <a:pt x="9152640" y="4615142"/>
                    </a:cubicBezTo>
                    <a:cubicBezTo>
                      <a:pt x="9200734" y="4721322"/>
                      <a:pt x="9278807" y="4838121"/>
                      <a:pt x="9325027" y="4914945"/>
                    </a:cubicBezTo>
                    <a:cubicBezTo>
                      <a:pt x="9371247" y="4991769"/>
                      <a:pt x="9387486" y="5032368"/>
                      <a:pt x="9429958" y="5076089"/>
                    </a:cubicBezTo>
                    <a:cubicBezTo>
                      <a:pt x="9472430" y="5119810"/>
                      <a:pt x="9544882" y="5161658"/>
                      <a:pt x="9579859" y="5177273"/>
                    </a:cubicBezTo>
                    <a:cubicBezTo>
                      <a:pt x="9614836" y="5192888"/>
                      <a:pt x="9611713" y="5182270"/>
                      <a:pt x="9639820" y="5169778"/>
                    </a:cubicBezTo>
                    <a:cubicBezTo>
                      <a:pt x="9667927" y="5157286"/>
                      <a:pt x="9717270" y="5130428"/>
                      <a:pt x="9748499" y="5102322"/>
                    </a:cubicBezTo>
                    <a:cubicBezTo>
                      <a:pt x="9779728" y="5074216"/>
                      <a:pt x="9807835" y="5030495"/>
                      <a:pt x="9827197" y="5001139"/>
                    </a:cubicBezTo>
                    <a:cubicBezTo>
                      <a:pt x="9846559" y="4971783"/>
                      <a:pt x="9855616" y="4948985"/>
                      <a:pt x="9864673" y="4926188"/>
                    </a:cubicBezTo>
                  </a:path>
                </a:pathLst>
              </a:custGeom>
              <a:noFill/>
              <a:ln w="1905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C1AEC670-87D1-488F-AF2E-E214E843420B}"/>
                  </a:ext>
                </a:extLst>
              </p:cNvPr>
              <p:cNvSpPr/>
              <p:nvPr/>
            </p:nvSpPr>
            <p:spPr bwMode="auto">
              <a:xfrm>
                <a:off x="8754711" y="1801837"/>
                <a:ext cx="1295370" cy="720072"/>
              </a:xfrm>
              <a:custGeom>
                <a:avLst/>
                <a:gdLst>
                  <a:gd name="connsiteX0" fmla="*/ 0 w 9871023"/>
                  <a:gd name="connsiteY0" fmla="*/ 4933683 h 5185074"/>
                  <a:gd name="connsiteX1" fmla="*/ 337278 w 9871023"/>
                  <a:gd name="connsiteY1" fmla="*/ 4127961 h 5185074"/>
                  <a:gd name="connsiteX2" fmla="*/ 580868 w 9871023"/>
                  <a:gd name="connsiteY2" fmla="*/ 3415929 h 5185074"/>
                  <a:gd name="connsiteX3" fmla="*/ 813216 w 9871023"/>
                  <a:gd name="connsiteY3" fmla="*/ 2887525 h 5185074"/>
                  <a:gd name="connsiteX4" fmla="*/ 1019331 w 9871023"/>
                  <a:gd name="connsiteY4" fmla="*/ 2730129 h 5185074"/>
                  <a:gd name="connsiteX5" fmla="*/ 1199213 w 9871023"/>
                  <a:gd name="connsiteY5" fmla="*/ 2703896 h 5185074"/>
                  <a:gd name="connsiteX6" fmla="*/ 1371600 w 9871023"/>
                  <a:gd name="connsiteY6" fmla="*/ 2861293 h 5185074"/>
                  <a:gd name="connsiteX7" fmla="*/ 1543986 w 9871023"/>
                  <a:gd name="connsiteY7" fmla="*/ 3123620 h 5185074"/>
                  <a:gd name="connsiteX8" fmla="*/ 1682646 w 9871023"/>
                  <a:gd name="connsiteY8" fmla="*/ 3374706 h 5185074"/>
                  <a:gd name="connsiteX9" fmla="*/ 1817557 w 9871023"/>
                  <a:gd name="connsiteY9" fmla="*/ 3667014 h 5185074"/>
                  <a:gd name="connsiteX10" fmla="*/ 2001186 w 9871023"/>
                  <a:gd name="connsiteY10" fmla="*/ 3933089 h 5185074"/>
                  <a:gd name="connsiteX11" fmla="*/ 2177321 w 9871023"/>
                  <a:gd name="connsiteY11" fmla="*/ 4127961 h 5185074"/>
                  <a:gd name="connsiteX12" fmla="*/ 2345960 w 9871023"/>
                  <a:gd name="connsiteY12" fmla="*/ 4262873 h 5185074"/>
                  <a:gd name="connsiteX13" fmla="*/ 2499609 w 9871023"/>
                  <a:gd name="connsiteY13" fmla="*/ 4281611 h 5185074"/>
                  <a:gd name="connsiteX14" fmla="*/ 2780675 w 9871023"/>
                  <a:gd name="connsiteY14" fmla="*/ 4195417 h 5185074"/>
                  <a:gd name="connsiteX15" fmla="*/ 3016770 w 9871023"/>
                  <a:gd name="connsiteY15" fmla="*/ 4060506 h 5185074"/>
                  <a:gd name="connsiteX16" fmla="*/ 3166672 w 9871023"/>
                  <a:gd name="connsiteY16" fmla="*/ 3948079 h 5185074"/>
                  <a:gd name="connsiteX17" fmla="*/ 3432747 w 9871023"/>
                  <a:gd name="connsiteY17" fmla="*/ 4015535 h 5185074"/>
                  <a:gd name="connsiteX18" fmla="*/ 3672590 w 9871023"/>
                  <a:gd name="connsiteY18" fmla="*/ 4247883 h 5185074"/>
                  <a:gd name="connsiteX19" fmla="*/ 3878705 w 9871023"/>
                  <a:gd name="connsiteY19" fmla="*/ 4472735 h 5185074"/>
                  <a:gd name="connsiteX20" fmla="*/ 4066082 w 9871023"/>
                  <a:gd name="connsiteY20" fmla="*/ 4720073 h 5185074"/>
                  <a:gd name="connsiteX21" fmla="*/ 4171013 w 9871023"/>
                  <a:gd name="connsiteY21" fmla="*/ 4810014 h 5185074"/>
                  <a:gd name="connsiteX22" fmla="*/ 4324662 w 9871023"/>
                  <a:gd name="connsiteY22" fmla="*/ 4836247 h 5185074"/>
                  <a:gd name="connsiteX23" fmla="*/ 4534524 w 9871023"/>
                  <a:gd name="connsiteY23" fmla="*/ 4712578 h 5185074"/>
                  <a:gd name="connsiteX24" fmla="*/ 4699416 w 9871023"/>
                  <a:gd name="connsiteY24" fmla="*/ 4349066 h 5185074"/>
                  <a:gd name="connsiteX25" fmla="*/ 4894288 w 9871023"/>
                  <a:gd name="connsiteY25" fmla="*/ 3903109 h 5185074"/>
                  <a:gd name="connsiteX26" fmla="*/ 5036695 w 9871023"/>
                  <a:gd name="connsiteY26" fmla="*/ 3355968 h 5185074"/>
                  <a:gd name="connsiteX27" fmla="*/ 5164111 w 9871023"/>
                  <a:gd name="connsiteY27" fmla="*/ 2842555 h 5185074"/>
                  <a:gd name="connsiteX28" fmla="*/ 5295275 w 9871023"/>
                  <a:gd name="connsiteY28" fmla="*/ 2389102 h 5185074"/>
                  <a:gd name="connsiteX29" fmla="*/ 5471409 w 9871023"/>
                  <a:gd name="connsiteY29" fmla="*/ 1823224 h 5185074"/>
                  <a:gd name="connsiteX30" fmla="*/ 5643796 w 9871023"/>
                  <a:gd name="connsiteY30" fmla="*/ 1171152 h 5185074"/>
                  <a:gd name="connsiteX31" fmla="*/ 5838668 w 9871023"/>
                  <a:gd name="connsiteY31" fmla="*/ 650243 h 5185074"/>
                  <a:gd name="connsiteX32" fmla="*/ 6052278 w 9871023"/>
                  <a:gd name="connsiteY32" fmla="*/ 185548 h 5185074"/>
                  <a:gd name="connsiteX33" fmla="*/ 6183442 w 9871023"/>
                  <a:gd name="connsiteY33" fmla="*/ 50637 h 5185074"/>
                  <a:gd name="connsiteX34" fmla="*/ 6280878 w 9871023"/>
                  <a:gd name="connsiteY34" fmla="*/ 5666 h 5185074"/>
                  <a:gd name="connsiteX35" fmla="*/ 6408295 w 9871023"/>
                  <a:gd name="connsiteY35" fmla="*/ 16909 h 5185074"/>
                  <a:gd name="connsiteX36" fmla="*/ 6595672 w 9871023"/>
                  <a:gd name="connsiteY36" fmla="*/ 151820 h 5185074"/>
                  <a:gd name="connsiteX37" fmla="*/ 6700603 w 9871023"/>
                  <a:gd name="connsiteY37" fmla="*/ 312965 h 5185074"/>
                  <a:gd name="connsiteX38" fmla="*/ 6887980 w 9871023"/>
                  <a:gd name="connsiteY38" fmla="*/ 537817 h 5185074"/>
                  <a:gd name="connsiteX39" fmla="*/ 6970426 w 9871023"/>
                  <a:gd name="connsiteY39" fmla="*/ 706457 h 5185074"/>
                  <a:gd name="connsiteX40" fmla="*/ 7071609 w 9871023"/>
                  <a:gd name="connsiteY40" fmla="*/ 893834 h 5185074"/>
                  <a:gd name="connsiteX41" fmla="*/ 7240249 w 9871023"/>
                  <a:gd name="connsiteY41" fmla="*/ 1253598 h 5185074"/>
                  <a:gd name="connsiteX42" fmla="*/ 7468849 w 9871023"/>
                  <a:gd name="connsiteY42" fmla="*/ 1482198 h 5185074"/>
                  <a:gd name="connsiteX43" fmla="*/ 7641236 w 9871023"/>
                  <a:gd name="connsiteY43" fmla="*/ 1699555 h 5185074"/>
                  <a:gd name="connsiteX44" fmla="*/ 7821118 w 9871023"/>
                  <a:gd name="connsiteY44" fmla="*/ 1905670 h 5185074"/>
                  <a:gd name="connsiteX45" fmla="*/ 8053465 w 9871023"/>
                  <a:gd name="connsiteY45" fmla="*/ 2149260 h 5185074"/>
                  <a:gd name="connsiteX46" fmla="*/ 8229600 w 9871023"/>
                  <a:gd name="connsiteY46" fmla="*/ 2389102 h 5185074"/>
                  <a:gd name="connsiteX47" fmla="*/ 8413229 w 9871023"/>
                  <a:gd name="connsiteY47" fmla="*/ 2715139 h 5185074"/>
                  <a:gd name="connsiteX48" fmla="*/ 8544393 w 9871023"/>
                  <a:gd name="connsiteY48" fmla="*/ 3037427 h 5185074"/>
                  <a:gd name="connsiteX49" fmla="*/ 8705537 w 9871023"/>
                  <a:gd name="connsiteY49" fmla="*/ 3513365 h 5185074"/>
                  <a:gd name="connsiteX50" fmla="*/ 8874177 w 9871023"/>
                  <a:gd name="connsiteY50" fmla="*/ 3899361 h 5185074"/>
                  <a:gd name="connsiteX51" fmla="*/ 9042816 w 9871023"/>
                  <a:gd name="connsiteY51" fmla="*/ 4277863 h 5185074"/>
                  <a:gd name="connsiteX52" fmla="*/ 9158990 w 9871023"/>
                  <a:gd name="connsiteY52" fmla="*/ 4615142 h 5185074"/>
                  <a:gd name="connsiteX53" fmla="*/ 9331377 w 9871023"/>
                  <a:gd name="connsiteY53" fmla="*/ 4914945 h 5185074"/>
                  <a:gd name="connsiteX54" fmla="*/ 9436308 w 9871023"/>
                  <a:gd name="connsiteY54" fmla="*/ 5076089 h 5185074"/>
                  <a:gd name="connsiteX55" fmla="*/ 9586209 w 9871023"/>
                  <a:gd name="connsiteY55" fmla="*/ 5177273 h 5185074"/>
                  <a:gd name="connsiteX56" fmla="*/ 9646170 w 9871023"/>
                  <a:gd name="connsiteY56" fmla="*/ 5169778 h 5185074"/>
                  <a:gd name="connsiteX57" fmla="*/ 9754849 w 9871023"/>
                  <a:gd name="connsiteY57" fmla="*/ 5102322 h 5185074"/>
                  <a:gd name="connsiteX58" fmla="*/ 9833547 w 9871023"/>
                  <a:gd name="connsiteY58" fmla="*/ 5001139 h 5185074"/>
                  <a:gd name="connsiteX59" fmla="*/ 9871023 w 9871023"/>
                  <a:gd name="connsiteY59" fmla="*/ 4926188 h 5185074"/>
                  <a:gd name="connsiteX0" fmla="*/ 0 w 9864673"/>
                  <a:gd name="connsiteY0" fmla="*/ 4928921 h 5185074"/>
                  <a:gd name="connsiteX1" fmla="*/ 330928 w 9864673"/>
                  <a:gd name="connsiteY1" fmla="*/ 4127961 h 5185074"/>
                  <a:gd name="connsiteX2" fmla="*/ 574518 w 9864673"/>
                  <a:gd name="connsiteY2" fmla="*/ 3415929 h 5185074"/>
                  <a:gd name="connsiteX3" fmla="*/ 806866 w 9864673"/>
                  <a:gd name="connsiteY3" fmla="*/ 2887525 h 5185074"/>
                  <a:gd name="connsiteX4" fmla="*/ 1012981 w 9864673"/>
                  <a:gd name="connsiteY4" fmla="*/ 2730129 h 5185074"/>
                  <a:gd name="connsiteX5" fmla="*/ 1192863 w 9864673"/>
                  <a:gd name="connsiteY5" fmla="*/ 2703896 h 5185074"/>
                  <a:gd name="connsiteX6" fmla="*/ 1365250 w 9864673"/>
                  <a:gd name="connsiteY6" fmla="*/ 2861293 h 5185074"/>
                  <a:gd name="connsiteX7" fmla="*/ 1537636 w 9864673"/>
                  <a:gd name="connsiteY7" fmla="*/ 3123620 h 5185074"/>
                  <a:gd name="connsiteX8" fmla="*/ 1676296 w 9864673"/>
                  <a:gd name="connsiteY8" fmla="*/ 3374706 h 5185074"/>
                  <a:gd name="connsiteX9" fmla="*/ 1811207 w 9864673"/>
                  <a:gd name="connsiteY9" fmla="*/ 3667014 h 5185074"/>
                  <a:gd name="connsiteX10" fmla="*/ 1994836 w 9864673"/>
                  <a:gd name="connsiteY10" fmla="*/ 3933089 h 5185074"/>
                  <a:gd name="connsiteX11" fmla="*/ 2170971 w 9864673"/>
                  <a:gd name="connsiteY11" fmla="*/ 4127961 h 5185074"/>
                  <a:gd name="connsiteX12" fmla="*/ 2339610 w 9864673"/>
                  <a:gd name="connsiteY12" fmla="*/ 4262873 h 5185074"/>
                  <a:gd name="connsiteX13" fmla="*/ 2493259 w 9864673"/>
                  <a:gd name="connsiteY13" fmla="*/ 4281611 h 5185074"/>
                  <a:gd name="connsiteX14" fmla="*/ 2774325 w 9864673"/>
                  <a:gd name="connsiteY14" fmla="*/ 4195417 h 5185074"/>
                  <a:gd name="connsiteX15" fmla="*/ 3010420 w 9864673"/>
                  <a:gd name="connsiteY15" fmla="*/ 4060506 h 5185074"/>
                  <a:gd name="connsiteX16" fmla="*/ 3160322 w 9864673"/>
                  <a:gd name="connsiteY16" fmla="*/ 3948079 h 5185074"/>
                  <a:gd name="connsiteX17" fmla="*/ 3426397 w 9864673"/>
                  <a:gd name="connsiteY17" fmla="*/ 4015535 h 5185074"/>
                  <a:gd name="connsiteX18" fmla="*/ 3666240 w 9864673"/>
                  <a:gd name="connsiteY18" fmla="*/ 4247883 h 5185074"/>
                  <a:gd name="connsiteX19" fmla="*/ 3872355 w 9864673"/>
                  <a:gd name="connsiteY19" fmla="*/ 4472735 h 5185074"/>
                  <a:gd name="connsiteX20" fmla="*/ 4059732 w 9864673"/>
                  <a:gd name="connsiteY20" fmla="*/ 4720073 h 5185074"/>
                  <a:gd name="connsiteX21" fmla="*/ 4164663 w 9864673"/>
                  <a:gd name="connsiteY21" fmla="*/ 4810014 h 5185074"/>
                  <a:gd name="connsiteX22" fmla="*/ 4318312 w 9864673"/>
                  <a:gd name="connsiteY22" fmla="*/ 4836247 h 5185074"/>
                  <a:gd name="connsiteX23" fmla="*/ 4528174 w 9864673"/>
                  <a:gd name="connsiteY23" fmla="*/ 4712578 h 5185074"/>
                  <a:gd name="connsiteX24" fmla="*/ 4693066 w 9864673"/>
                  <a:gd name="connsiteY24" fmla="*/ 4349066 h 5185074"/>
                  <a:gd name="connsiteX25" fmla="*/ 4887938 w 9864673"/>
                  <a:gd name="connsiteY25" fmla="*/ 3903109 h 5185074"/>
                  <a:gd name="connsiteX26" fmla="*/ 5030345 w 9864673"/>
                  <a:gd name="connsiteY26" fmla="*/ 3355968 h 5185074"/>
                  <a:gd name="connsiteX27" fmla="*/ 5157761 w 9864673"/>
                  <a:gd name="connsiteY27" fmla="*/ 2842555 h 5185074"/>
                  <a:gd name="connsiteX28" fmla="*/ 5288925 w 9864673"/>
                  <a:gd name="connsiteY28" fmla="*/ 2389102 h 5185074"/>
                  <a:gd name="connsiteX29" fmla="*/ 5465059 w 9864673"/>
                  <a:gd name="connsiteY29" fmla="*/ 1823224 h 5185074"/>
                  <a:gd name="connsiteX30" fmla="*/ 5637446 w 9864673"/>
                  <a:gd name="connsiteY30" fmla="*/ 1171152 h 5185074"/>
                  <a:gd name="connsiteX31" fmla="*/ 5832318 w 9864673"/>
                  <a:gd name="connsiteY31" fmla="*/ 650243 h 5185074"/>
                  <a:gd name="connsiteX32" fmla="*/ 6045928 w 9864673"/>
                  <a:gd name="connsiteY32" fmla="*/ 185548 h 5185074"/>
                  <a:gd name="connsiteX33" fmla="*/ 6177092 w 9864673"/>
                  <a:gd name="connsiteY33" fmla="*/ 50637 h 5185074"/>
                  <a:gd name="connsiteX34" fmla="*/ 6274528 w 9864673"/>
                  <a:gd name="connsiteY34" fmla="*/ 5666 h 5185074"/>
                  <a:gd name="connsiteX35" fmla="*/ 6401945 w 9864673"/>
                  <a:gd name="connsiteY35" fmla="*/ 16909 h 5185074"/>
                  <a:gd name="connsiteX36" fmla="*/ 6589322 w 9864673"/>
                  <a:gd name="connsiteY36" fmla="*/ 151820 h 5185074"/>
                  <a:gd name="connsiteX37" fmla="*/ 6694253 w 9864673"/>
                  <a:gd name="connsiteY37" fmla="*/ 312965 h 5185074"/>
                  <a:gd name="connsiteX38" fmla="*/ 6881630 w 9864673"/>
                  <a:gd name="connsiteY38" fmla="*/ 537817 h 5185074"/>
                  <a:gd name="connsiteX39" fmla="*/ 6964076 w 9864673"/>
                  <a:gd name="connsiteY39" fmla="*/ 706457 h 5185074"/>
                  <a:gd name="connsiteX40" fmla="*/ 7065259 w 9864673"/>
                  <a:gd name="connsiteY40" fmla="*/ 893834 h 5185074"/>
                  <a:gd name="connsiteX41" fmla="*/ 7233899 w 9864673"/>
                  <a:gd name="connsiteY41" fmla="*/ 1253598 h 5185074"/>
                  <a:gd name="connsiteX42" fmla="*/ 7462499 w 9864673"/>
                  <a:gd name="connsiteY42" fmla="*/ 1482198 h 5185074"/>
                  <a:gd name="connsiteX43" fmla="*/ 7634886 w 9864673"/>
                  <a:gd name="connsiteY43" fmla="*/ 1699555 h 5185074"/>
                  <a:gd name="connsiteX44" fmla="*/ 7814768 w 9864673"/>
                  <a:gd name="connsiteY44" fmla="*/ 1905670 h 5185074"/>
                  <a:gd name="connsiteX45" fmla="*/ 8047115 w 9864673"/>
                  <a:gd name="connsiteY45" fmla="*/ 2149260 h 5185074"/>
                  <a:gd name="connsiteX46" fmla="*/ 8223250 w 9864673"/>
                  <a:gd name="connsiteY46" fmla="*/ 2389102 h 5185074"/>
                  <a:gd name="connsiteX47" fmla="*/ 8406879 w 9864673"/>
                  <a:gd name="connsiteY47" fmla="*/ 2715139 h 5185074"/>
                  <a:gd name="connsiteX48" fmla="*/ 8538043 w 9864673"/>
                  <a:gd name="connsiteY48" fmla="*/ 3037427 h 5185074"/>
                  <a:gd name="connsiteX49" fmla="*/ 8699187 w 9864673"/>
                  <a:gd name="connsiteY49" fmla="*/ 3513365 h 5185074"/>
                  <a:gd name="connsiteX50" fmla="*/ 8867827 w 9864673"/>
                  <a:gd name="connsiteY50" fmla="*/ 3899361 h 5185074"/>
                  <a:gd name="connsiteX51" fmla="*/ 9036466 w 9864673"/>
                  <a:gd name="connsiteY51" fmla="*/ 4277863 h 5185074"/>
                  <a:gd name="connsiteX52" fmla="*/ 9152640 w 9864673"/>
                  <a:gd name="connsiteY52" fmla="*/ 4615142 h 5185074"/>
                  <a:gd name="connsiteX53" fmla="*/ 9325027 w 9864673"/>
                  <a:gd name="connsiteY53" fmla="*/ 4914945 h 5185074"/>
                  <a:gd name="connsiteX54" fmla="*/ 9429958 w 9864673"/>
                  <a:gd name="connsiteY54" fmla="*/ 5076089 h 5185074"/>
                  <a:gd name="connsiteX55" fmla="*/ 9579859 w 9864673"/>
                  <a:gd name="connsiteY55" fmla="*/ 5177273 h 5185074"/>
                  <a:gd name="connsiteX56" fmla="*/ 9639820 w 9864673"/>
                  <a:gd name="connsiteY56" fmla="*/ 5169778 h 5185074"/>
                  <a:gd name="connsiteX57" fmla="*/ 9748499 w 9864673"/>
                  <a:gd name="connsiteY57" fmla="*/ 5102322 h 5185074"/>
                  <a:gd name="connsiteX58" fmla="*/ 9827197 w 9864673"/>
                  <a:gd name="connsiteY58" fmla="*/ 5001139 h 5185074"/>
                  <a:gd name="connsiteX59" fmla="*/ 9864673 w 9864673"/>
                  <a:gd name="connsiteY59" fmla="*/ 4926188 h 5185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9864673" h="5185074">
                    <a:moveTo>
                      <a:pt x="0" y="4928921"/>
                    </a:moveTo>
                    <a:cubicBezTo>
                      <a:pt x="120233" y="4652539"/>
                      <a:pt x="235175" y="4380126"/>
                      <a:pt x="330928" y="4127961"/>
                    </a:cubicBezTo>
                    <a:cubicBezTo>
                      <a:pt x="426681" y="3875796"/>
                      <a:pt x="495195" y="3622668"/>
                      <a:pt x="574518" y="3415929"/>
                    </a:cubicBezTo>
                    <a:cubicBezTo>
                      <a:pt x="653841" y="3209190"/>
                      <a:pt x="733789" y="3001825"/>
                      <a:pt x="806866" y="2887525"/>
                    </a:cubicBezTo>
                    <a:cubicBezTo>
                      <a:pt x="879943" y="2773225"/>
                      <a:pt x="948648" y="2760734"/>
                      <a:pt x="1012981" y="2730129"/>
                    </a:cubicBezTo>
                    <a:cubicBezTo>
                      <a:pt x="1077314" y="2699524"/>
                      <a:pt x="1134152" y="2682035"/>
                      <a:pt x="1192863" y="2703896"/>
                    </a:cubicBezTo>
                    <a:cubicBezTo>
                      <a:pt x="1251575" y="2725757"/>
                      <a:pt x="1307788" y="2791339"/>
                      <a:pt x="1365250" y="2861293"/>
                    </a:cubicBezTo>
                    <a:cubicBezTo>
                      <a:pt x="1422712" y="2931247"/>
                      <a:pt x="1485795" y="3038051"/>
                      <a:pt x="1537636" y="3123620"/>
                    </a:cubicBezTo>
                    <a:cubicBezTo>
                      <a:pt x="1589477" y="3209189"/>
                      <a:pt x="1630701" y="3284140"/>
                      <a:pt x="1676296" y="3374706"/>
                    </a:cubicBezTo>
                    <a:cubicBezTo>
                      <a:pt x="1721891" y="3465272"/>
                      <a:pt x="1758117" y="3573950"/>
                      <a:pt x="1811207" y="3667014"/>
                    </a:cubicBezTo>
                    <a:cubicBezTo>
                      <a:pt x="1864297" y="3760078"/>
                      <a:pt x="1934875" y="3856265"/>
                      <a:pt x="1994836" y="3933089"/>
                    </a:cubicBezTo>
                    <a:cubicBezTo>
                      <a:pt x="2054797" y="4009913"/>
                      <a:pt x="2113509" y="4072997"/>
                      <a:pt x="2170971" y="4127961"/>
                    </a:cubicBezTo>
                    <a:cubicBezTo>
                      <a:pt x="2228433" y="4182925"/>
                      <a:pt x="2285895" y="4237265"/>
                      <a:pt x="2339610" y="4262873"/>
                    </a:cubicBezTo>
                    <a:cubicBezTo>
                      <a:pt x="2393325" y="4288481"/>
                      <a:pt x="2420807" y="4292854"/>
                      <a:pt x="2493259" y="4281611"/>
                    </a:cubicBezTo>
                    <a:cubicBezTo>
                      <a:pt x="2565711" y="4270368"/>
                      <a:pt x="2688132" y="4232268"/>
                      <a:pt x="2774325" y="4195417"/>
                    </a:cubicBezTo>
                    <a:cubicBezTo>
                      <a:pt x="2860518" y="4158566"/>
                      <a:pt x="2946087" y="4101729"/>
                      <a:pt x="3010420" y="4060506"/>
                    </a:cubicBezTo>
                    <a:cubicBezTo>
                      <a:pt x="3074753" y="4019283"/>
                      <a:pt x="3090993" y="3955574"/>
                      <a:pt x="3160322" y="3948079"/>
                    </a:cubicBezTo>
                    <a:cubicBezTo>
                      <a:pt x="3229651" y="3940584"/>
                      <a:pt x="3342077" y="3965568"/>
                      <a:pt x="3426397" y="4015535"/>
                    </a:cubicBezTo>
                    <a:cubicBezTo>
                      <a:pt x="3510717" y="4065502"/>
                      <a:pt x="3591914" y="4171683"/>
                      <a:pt x="3666240" y="4247883"/>
                    </a:cubicBezTo>
                    <a:cubicBezTo>
                      <a:pt x="3740566" y="4324083"/>
                      <a:pt x="3806773" y="4394037"/>
                      <a:pt x="3872355" y="4472735"/>
                    </a:cubicBezTo>
                    <a:cubicBezTo>
                      <a:pt x="3937937" y="4551433"/>
                      <a:pt x="4011014" y="4663860"/>
                      <a:pt x="4059732" y="4720073"/>
                    </a:cubicBezTo>
                    <a:cubicBezTo>
                      <a:pt x="4108450" y="4776286"/>
                      <a:pt x="4121566" y="4790652"/>
                      <a:pt x="4164663" y="4810014"/>
                    </a:cubicBezTo>
                    <a:cubicBezTo>
                      <a:pt x="4207760" y="4829376"/>
                      <a:pt x="4257727" y="4852486"/>
                      <a:pt x="4318312" y="4836247"/>
                    </a:cubicBezTo>
                    <a:cubicBezTo>
                      <a:pt x="4378897" y="4820008"/>
                      <a:pt x="4465715" y="4793775"/>
                      <a:pt x="4528174" y="4712578"/>
                    </a:cubicBezTo>
                    <a:cubicBezTo>
                      <a:pt x="4590633" y="4631381"/>
                      <a:pt x="4633105" y="4483977"/>
                      <a:pt x="4693066" y="4349066"/>
                    </a:cubicBezTo>
                    <a:cubicBezTo>
                      <a:pt x="4753027" y="4214155"/>
                      <a:pt x="4831725" y="4068625"/>
                      <a:pt x="4887938" y="3903109"/>
                    </a:cubicBezTo>
                    <a:cubicBezTo>
                      <a:pt x="4944151" y="3737593"/>
                      <a:pt x="4985375" y="3532727"/>
                      <a:pt x="5030345" y="3355968"/>
                    </a:cubicBezTo>
                    <a:cubicBezTo>
                      <a:pt x="5075316" y="3179209"/>
                      <a:pt x="5114664" y="3003699"/>
                      <a:pt x="5157761" y="2842555"/>
                    </a:cubicBezTo>
                    <a:cubicBezTo>
                      <a:pt x="5200858" y="2681411"/>
                      <a:pt x="5237709" y="2558990"/>
                      <a:pt x="5288925" y="2389102"/>
                    </a:cubicBezTo>
                    <a:cubicBezTo>
                      <a:pt x="5340141" y="2219214"/>
                      <a:pt x="5406972" y="2026216"/>
                      <a:pt x="5465059" y="1823224"/>
                    </a:cubicBezTo>
                    <a:cubicBezTo>
                      <a:pt x="5523146" y="1620232"/>
                      <a:pt x="5576236" y="1366649"/>
                      <a:pt x="5637446" y="1171152"/>
                    </a:cubicBezTo>
                    <a:cubicBezTo>
                      <a:pt x="5698656" y="975655"/>
                      <a:pt x="5764238" y="814510"/>
                      <a:pt x="5832318" y="650243"/>
                    </a:cubicBezTo>
                    <a:cubicBezTo>
                      <a:pt x="5900398" y="485976"/>
                      <a:pt x="5988466" y="285482"/>
                      <a:pt x="6045928" y="185548"/>
                    </a:cubicBezTo>
                    <a:cubicBezTo>
                      <a:pt x="6103390" y="85614"/>
                      <a:pt x="6138992" y="80617"/>
                      <a:pt x="6177092" y="50637"/>
                    </a:cubicBezTo>
                    <a:cubicBezTo>
                      <a:pt x="6215192" y="20657"/>
                      <a:pt x="6237053" y="11287"/>
                      <a:pt x="6274528" y="5666"/>
                    </a:cubicBezTo>
                    <a:cubicBezTo>
                      <a:pt x="6312003" y="45"/>
                      <a:pt x="6349479" y="-7450"/>
                      <a:pt x="6401945" y="16909"/>
                    </a:cubicBezTo>
                    <a:cubicBezTo>
                      <a:pt x="6454411" y="41268"/>
                      <a:pt x="6540604" y="102477"/>
                      <a:pt x="6589322" y="151820"/>
                    </a:cubicBezTo>
                    <a:cubicBezTo>
                      <a:pt x="6638040" y="201163"/>
                      <a:pt x="6645535" y="248632"/>
                      <a:pt x="6694253" y="312965"/>
                    </a:cubicBezTo>
                    <a:cubicBezTo>
                      <a:pt x="6742971" y="377298"/>
                      <a:pt x="6836660" y="472235"/>
                      <a:pt x="6881630" y="537817"/>
                    </a:cubicBezTo>
                    <a:cubicBezTo>
                      <a:pt x="6926600" y="603399"/>
                      <a:pt x="6933471" y="647121"/>
                      <a:pt x="6964076" y="706457"/>
                    </a:cubicBezTo>
                    <a:cubicBezTo>
                      <a:pt x="6994681" y="765793"/>
                      <a:pt x="7020288" y="802644"/>
                      <a:pt x="7065259" y="893834"/>
                    </a:cubicBezTo>
                    <a:cubicBezTo>
                      <a:pt x="7110230" y="985024"/>
                      <a:pt x="7167692" y="1155537"/>
                      <a:pt x="7233899" y="1253598"/>
                    </a:cubicBezTo>
                    <a:cubicBezTo>
                      <a:pt x="7300106" y="1351659"/>
                      <a:pt x="7395668" y="1407872"/>
                      <a:pt x="7462499" y="1482198"/>
                    </a:cubicBezTo>
                    <a:cubicBezTo>
                      <a:pt x="7529330" y="1556524"/>
                      <a:pt x="7576175" y="1628976"/>
                      <a:pt x="7634886" y="1699555"/>
                    </a:cubicBezTo>
                    <a:cubicBezTo>
                      <a:pt x="7693597" y="1770134"/>
                      <a:pt x="7746063" y="1830719"/>
                      <a:pt x="7814768" y="1905670"/>
                    </a:cubicBezTo>
                    <a:cubicBezTo>
                      <a:pt x="7883473" y="1980621"/>
                      <a:pt x="7979035" y="2068688"/>
                      <a:pt x="8047115" y="2149260"/>
                    </a:cubicBezTo>
                    <a:cubicBezTo>
                      <a:pt x="8115195" y="2229832"/>
                      <a:pt x="8163289" y="2294789"/>
                      <a:pt x="8223250" y="2389102"/>
                    </a:cubicBezTo>
                    <a:cubicBezTo>
                      <a:pt x="8283211" y="2483415"/>
                      <a:pt x="8354414" y="2607085"/>
                      <a:pt x="8406879" y="2715139"/>
                    </a:cubicBezTo>
                    <a:cubicBezTo>
                      <a:pt x="8459344" y="2823193"/>
                      <a:pt x="8489325" y="2904389"/>
                      <a:pt x="8538043" y="3037427"/>
                    </a:cubicBezTo>
                    <a:cubicBezTo>
                      <a:pt x="8586761" y="3170465"/>
                      <a:pt x="8644223" y="3369709"/>
                      <a:pt x="8699187" y="3513365"/>
                    </a:cubicBezTo>
                    <a:cubicBezTo>
                      <a:pt x="8754151" y="3657021"/>
                      <a:pt x="8811614" y="3771945"/>
                      <a:pt x="8867827" y="3899361"/>
                    </a:cubicBezTo>
                    <a:cubicBezTo>
                      <a:pt x="8924040" y="4026777"/>
                      <a:pt x="8988997" y="4158566"/>
                      <a:pt x="9036466" y="4277863"/>
                    </a:cubicBezTo>
                    <a:cubicBezTo>
                      <a:pt x="9083935" y="4397160"/>
                      <a:pt x="9104546" y="4508962"/>
                      <a:pt x="9152640" y="4615142"/>
                    </a:cubicBezTo>
                    <a:cubicBezTo>
                      <a:pt x="9200734" y="4721322"/>
                      <a:pt x="9278807" y="4838121"/>
                      <a:pt x="9325027" y="4914945"/>
                    </a:cubicBezTo>
                    <a:cubicBezTo>
                      <a:pt x="9371247" y="4991769"/>
                      <a:pt x="9387486" y="5032368"/>
                      <a:pt x="9429958" y="5076089"/>
                    </a:cubicBezTo>
                    <a:cubicBezTo>
                      <a:pt x="9472430" y="5119810"/>
                      <a:pt x="9544882" y="5161658"/>
                      <a:pt x="9579859" y="5177273"/>
                    </a:cubicBezTo>
                    <a:cubicBezTo>
                      <a:pt x="9614836" y="5192888"/>
                      <a:pt x="9611713" y="5182270"/>
                      <a:pt x="9639820" y="5169778"/>
                    </a:cubicBezTo>
                    <a:cubicBezTo>
                      <a:pt x="9667927" y="5157286"/>
                      <a:pt x="9717270" y="5130428"/>
                      <a:pt x="9748499" y="5102322"/>
                    </a:cubicBezTo>
                    <a:cubicBezTo>
                      <a:pt x="9779728" y="5074216"/>
                      <a:pt x="9807835" y="5030495"/>
                      <a:pt x="9827197" y="5001139"/>
                    </a:cubicBezTo>
                    <a:cubicBezTo>
                      <a:pt x="9846559" y="4971783"/>
                      <a:pt x="9855616" y="4948985"/>
                      <a:pt x="9864673" y="4926188"/>
                    </a:cubicBezTo>
                  </a:path>
                </a:pathLst>
              </a:custGeom>
              <a:noFill/>
              <a:ln w="1905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22DC3A5D-79DE-4FF0-A5EF-CDD1A4E1F277}"/>
                </a:ext>
              </a:extLst>
            </p:cNvPr>
            <p:cNvSpPr/>
            <p:nvPr/>
          </p:nvSpPr>
          <p:spPr>
            <a:xfrm>
              <a:off x="1919536" y="1436376"/>
              <a:ext cx="1508514" cy="168784"/>
            </a:xfrm>
            <a:custGeom>
              <a:avLst/>
              <a:gdLst>
                <a:gd name="connsiteX0" fmla="*/ 7140 w 1345428"/>
                <a:gd name="connsiteY0" fmla="*/ 7153 h 139888"/>
                <a:gd name="connsiteX1" fmla="*/ 1338377 w 1345428"/>
                <a:gd name="connsiteY1" fmla="*/ 7153 h 139888"/>
                <a:gd name="connsiteX2" fmla="*/ 1338377 w 1345428"/>
                <a:gd name="connsiteY2" fmla="*/ 134325 h 139888"/>
                <a:gd name="connsiteX3" fmla="*/ 7140 w 1345428"/>
                <a:gd name="connsiteY3" fmla="*/ 134325 h 1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428" h="139888">
                  <a:moveTo>
                    <a:pt x="7140" y="7153"/>
                  </a:moveTo>
                  <a:lnTo>
                    <a:pt x="1338377" y="7153"/>
                  </a:lnTo>
                  <a:lnTo>
                    <a:pt x="1338377" y="134325"/>
                  </a:lnTo>
                  <a:lnTo>
                    <a:pt x="7140" y="134325"/>
                  </a:lnTo>
                  <a:close/>
                </a:path>
              </a:pathLst>
            </a:custGeom>
            <a:noFill/>
            <a:ln w="7144" cap="rnd">
              <a:noFill/>
              <a:prstDash val="solid"/>
              <a:round/>
            </a:ln>
          </p:spPr>
          <p:txBody>
            <a:bodyPr lIns="36000" tIns="0" rIns="36000" bIns="0" rtlCol="0" anchor="ctr"/>
            <a:lstStyle/>
            <a:p>
              <a:r>
                <a:rPr lang="de-DE" sz="800" dirty="0">
                  <a:solidFill>
                    <a:srgbClr val="00B050"/>
                  </a:solidFill>
                </a:rPr>
                <a:t>PWM Carrier Signal (50kHz)</a:t>
              </a:r>
              <a:endParaRPr lang="en-US" sz="800" dirty="0">
                <a:solidFill>
                  <a:srgbClr val="00B050"/>
                </a:solidFill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F45AAA2-EDEA-4C4C-8A14-EC4B511B25E6}"/>
                </a:ext>
              </a:extLst>
            </p:cNvPr>
            <p:cNvSpPr/>
            <p:nvPr/>
          </p:nvSpPr>
          <p:spPr>
            <a:xfrm>
              <a:off x="1916355" y="2141747"/>
              <a:ext cx="1659365" cy="168784"/>
            </a:xfrm>
            <a:custGeom>
              <a:avLst/>
              <a:gdLst>
                <a:gd name="connsiteX0" fmla="*/ 7140 w 1345428"/>
                <a:gd name="connsiteY0" fmla="*/ 7153 h 139888"/>
                <a:gd name="connsiteX1" fmla="*/ 1338377 w 1345428"/>
                <a:gd name="connsiteY1" fmla="*/ 7153 h 139888"/>
                <a:gd name="connsiteX2" fmla="*/ 1338377 w 1345428"/>
                <a:gd name="connsiteY2" fmla="*/ 134325 h 139888"/>
                <a:gd name="connsiteX3" fmla="*/ 7140 w 1345428"/>
                <a:gd name="connsiteY3" fmla="*/ 134325 h 1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428" h="139888">
                  <a:moveTo>
                    <a:pt x="7140" y="7153"/>
                  </a:moveTo>
                  <a:lnTo>
                    <a:pt x="1338377" y="7153"/>
                  </a:lnTo>
                  <a:lnTo>
                    <a:pt x="1338377" y="134325"/>
                  </a:lnTo>
                  <a:lnTo>
                    <a:pt x="7140" y="134325"/>
                  </a:lnTo>
                  <a:close/>
                </a:path>
              </a:pathLst>
            </a:custGeom>
            <a:noFill/>
            <a:ln w="7144" cap="rnd">
              <a:noFill/>
              <a:prstDash val="solid"/>
              <a:round/>
            </a:ln>
          </p:spPr>
          <p:txBody>
            <a:bodyPr lIns="36000" tIns="0" rIns="36000" bIns="0" rtlCol="0" anchor="ctr"/>
            <a:lstStyle/>
            <a:p>
              <a:r>
                <a:rPr lang="de-DE" sz="800" dirty="0">
                  <a:solidFill>
                    <a:srgbClr val="0070C0"/>
                  </a:solidFill>
                </a:rPr>
                <a:t>Analog Signal (RC Filter output)</a:t>
              </a:r>
              <a:endParaRPr lang="en-US" sz="800" dirty="0">
                <a:solidFill>
                  <a:srgbClr val="0070C0"/>
                </a:solidFill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BF980C99-8B01-40ED-9B41-DB5C6D2A31D5}"/>
                </a:ext>
              </a:extLst>
            </p:cNvPr>
            <p:cNvSpPr/>
            <p:nvPr/>
          </p:nvSpPr>
          <p:spPr>
            <a:xfrm>
              <a:off x="1919536" y="2732520"/>
              <a:ext cx="1508514" cy="168784"/>
            </a:xfrm>
            <a:custGeom>
              <a:avLst/>
              <a:gdLst>
                <a:gd name="connsiteX0" fmla="*/ 7140 w 1345428"/>
                <a:gd name="connsiteY0" fmla="*/ 7153 h 139888"/>
                <a:gd name="connsiteX1" fmla="*/ 1338377 w 1345428"/>
                <a:gd name="connsiteY1" fmla="*/ 7153 h 139888"/>
                <a:gd name="connsiteX2" fmla="*/ 1338377 w 1345428"/>
                <a:gd name="connsiteY2" fmla="*/ 134325 h 139888"/>
                <a:gd name="connsiteX3" fmla="*/ 7140 w 1345428"/>
                <a:gd name="connsiteY3" fmla="*/ 134325 h 1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428" h="139888">
                  <a:moveTo>
                    <a:pt x="7140" y="7153"/>
                  </a:moveTo>
                  <a:lnTo>
                    <a:pt x="1338377" y="7153"/>
                  </a:lnTo>
                  <a:lnTo>
                    <a:pt x="1338377" y="134325"/>
                  </a:lnTo>
                  <a:lnTo>
                    <a:pt x="7140" y="134325"/>
                  </a:lnTo>
                  <a:close/>
                </a:path>
              </a:pathLst>
            </a:custGeom>
            <a:noFill/>
            <a:ln w="7144" cap="rnd">
              <a:noFill/>
              <a:prstDash val="solid"/>
              <a:round/>
            </a:ln>
          </p:spPr>
          <p:txBody>
            <a:bodyPr lIns="36000" tIns="0" rIns="36000" bIns="0" rtlCol="0" anchor="ctr"/>
            <a:lstStyle/>
            <a:p>
              <a:r>
                <a:rPr lang="de-DE" sz="800" dirty="0">
                  <a:solidFill>
                    <a:srgbClr val="C00000"/>
                  </a:solidFill>
                </a:rPr>
                <a:t>TMADC Sampling (10kHz)</a:t>
              </a:r>
              <a:endParaRPr lang="en-US" sz="800" dirty="0">
                <a:solidFill>
                  <a:srgbClr val="C00000"/>
                </a:solidFill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637A3B1E-4F6A-4BD9-A910-243DDBBAD1AA}"/>
                </a:ext>
              </a:extLst>
            </p:cNvPr>
            <p:cNvSpPr/>
            <p:nvPr/>
          </p:nvSpPr>
          <p:spPr>
            <a:xfrm>
              <a:off x="1919536" y="4005064"/>
              <a:ext cx="1508514" cy="264412"/>
            </a:xfrm>
            <a:custGeom>
              <a:avLst/>
              <a:gdLst>
                <a:gd name="connsiteX0" fmla="*/ 7140 w 1345428"/>
                <a:gd name="connsiteY0" fmla="*/ 7153 h 139888"/>
                <a:gd name="connsiteX1" fmla="*/ 1338377 w 1345428"/>
                <a:gd name="connsiteY1" fmla="*/ 7153 h 139888"/>
                <a:gd name="connsiteX2" fmla="*/ 1338377 w 1345428"/>
                <a:gd name="connsiteY2" fmla="*/ 134325 h 139888"/>
                <a:gd name="connsiteX3" fmla="*/ 7140 w 1345428"/>
                <a:gd name="connsiteY3" fmla="*/ 134325 h 1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428" h="139888">
                  <a:moveTo>
                    <a:pt x="7140" y="7153"/>
                  </a:moveTo>
                  <a:lnTo>
                    <a:pt x="1338377" y="7153"/>
                  </a:lnTo>
                  <a:lnTo>
                    <a:pt x="1338377" y="134325"/>
                  </a:lnTo>
                  <a:lnTo>
                    <a:pt x="7140" y="134325"/>
                  </a:lnTo>
                  <a:close/>
                </a:path>
              </a:pathLst>
            </a:custGeom>
            <a:noFill/>
            <a:ln w="7144" cap="rnd">
              <a:noFill/>
              <a:prstDash val="solid"/>
              <a:round/>
            </a:ln>
          </p:spPr>
          <p:txBody>
            <a:bodyPr lIns="36000" tIns="0" rIns="36000" bIns="0" rtlCol="0" anchor="ctr"/>
            <a:lstStyle/>
            <a:p>
              <a:r>
                <a:rPr lang="de-DE" sz="800" dirty="0"/>
                <a:t>CDSP FC6 Gate Signal, 35Hz</a:t>
              </a:r>
            </a:p>
            <a:p>
              <a:r>
                <a:rPr lang="de-DE" sz="800" dirty="0"/>
                <a:t>Duty Cycle 90%</a:t>
              </a:r>
              <a:endParaRPr lang="en-US" sz="800" dirty="0"/>
            </a:p>
          </p:txBody>
        </p: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37AC1785-137D-4B36-ABB9-74F90BE83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4680" y="3042060"/>
              <a:ext cx="832" cy="749133"/>
            </a:xfrm>
            <a:prstGeom prst="line">
              <a:avLst/>
            </a:prstGeom>
            <a:ln w="9525">
              <a:solidFill>
                <a:schemeClr val="bg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987E955B-2B6C-44C2-A944-5D3CB59181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05556" y="3066740"/>
              <a:ext cx="914" cy="724452"/>
            </a:xfrm>
            <a:prstGeom prst="line">
              <a:avLst/>
            </a:prstGeom>
            <a:ln w="9525">
              <a:solidFill>
                <a:schemeClr val="bg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B89C08B5-2650-4EC1-93BC-8F606C4B89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4681" y="3236299"/>
              <a:ext cx="0" cy="547031"/>
            </a:xfrm>
            <a:prstGeom prst="line">
              <a:avLst/>
            </a:prstGeom>
            <a:ln w="9525">
              <a:solidFill>
                <a:schemeClr val="bg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5AE3F009-1302-4400-9F92-29A75D53671C}"/>
                </a:ext>
              </a:extLst>
            </p:cNvPr>
            <p:cNvCxnSpPr>
              <a:cxnSpLocks/>
            </p:cNvCxnSpPr>
            <p:nvPr/>
          </p:nvCxnSpPr>
          <p:spPr>
            <a:xfrm>
              <a:off x="4105512" y="3645024"/>
              <a:ext cx="4320000" cy="0"/>
            </a:xfrm>
            <a:prstGeom prst="line">
              <a:avLst/>
            </a:prstGeom>
            <a:ln w="9525">
              <a:solidFill>
                <a:schemeClr val="bg2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2F52030-A07C-4B1A-88D0-6ECED2EE4983}"/>
                </a:ext>
              </a:extLst>
            </p:cNvPr>
            <p:cNvSpPr/>
            <p:nvPr/>
          </p:nvSpPr>
          <p:spPr>
            <a:xfrm>
              <a:off x="4516145" y="3475458"/>
              <a:ext cx="2849104" cy="123111"/>
            </a:xfrm>
            <a:custGeom>
              <a:avLst/>
              <a:gdLst>
                <a:gd name="connsiteX0" fmla="*/ 7140 w 1345428"/>
                <a:gd name="connsiteY0" fmla="*/ 7153 h 139888"/>
                <a:gd name="connsiteX1" fmla="*/ 1338377 w 1345428"/>
                <a:gd name="connsiteY1" fmla="*/ 7153 h 139888"/>
                <a:gd name="connsiteX2" fmla="*/ 1338377 w 1345428"/>
                <a:gd name="connsiteY2" fmla="*/ 134325 h 139888"/>
                <a:gd name="connsiteX3" fmla="*/ 7140 w 1345428"/>
                <a:gd name="connsiteY3" fmla="*/ 134325 h 1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428" h="139888">
                  <a:moveTo>
                    <a:pt x="7140" y="7153"/>
                  </a:moveTo>
                  <a:lnTo>
                    <a:pt x="1338377" y="7153"/>
                  </a:lnTo>
                  <a:lnTo>
                    <a:pt x="1338377" y="134325"/>
                  </a:lnTo>
                  <a:lnTo>
                    <a:pt x="7140" y="134325"/>
                  </a:lnTo>
                  <a:close/>
                </a:path>
              </a:pathLst>
            </a:custGeom>
            <a:noFill/>
            <a:ln w="7144" cap="rnd">
              <a:noFill/>
              <a:prstDash val="solid"/>
              <a:round/>
            </a:ln>
          </p:spPr>
          <p:txBody>
            <a:bodyPr wrap="none" lIns="36000" tIns="0" rIns="36000" bIns="0" rtlCol="0" anchor="ctr">
              <a:spAutoFit/>
            </a:bodyPr>
            <a:lstStyle/>
            <a:p>
              <a:r>
                <a:rPr lang="de-DE" sz="800" dirty="0"/>
                <a:t>Ton = 25.7ms &gt;= (TMADC 256 samples @10kHz </a:t>
              </a:r>
              <a:r>
                <a:rPr lang="de-DE" sz="800" dirty="0">
                  <a:sym typeface="Wingdings" panose="05000000000000000000" pitchFamily="2" charset="2"/>
                </a:rPr>
                <a:t></a:t>
              </a:r>
              <a:r>
                <a:rPr lang="de-DE" sz="800" dirty="0"/>
                <a:t> 25.6ms)</a:t>
              </a:r>
              <a:endParaRPr lang="en-US" sz="800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9926FF8-0A90-4744-A8C7-E56C90032FE3}"/>
                </a:ext>
              </a:extLst>
            </p:cNvPr>
            <p:cNvSpPr/>
            <p:nvPr/>
          </p:nvSpPr>
          <p:spPr>
            <a:xfrm>
              <a:off x="7205611" y="3164096"/>
              <a:ext cx="1956232" cy="123111"/>
            </a:xfrm>
            <a:custGeom>
              <a:avLst/>
              <a:gdLst>
                <a:gd name="connsiteX0" fmla="*/ 7140 w 1345428"/>
                <a:gd name="connsiteY0" fmla="*/ 7153 h 139888"/>
                <a:gd name="connsiteX1" fmla="*/ 1338377 w 1345428"/>
                <a:gd name="connsiteY1" fmla="*/ 7153 h 139888"/>
                <a:gd name="connsiteX2" fmla="*/ 1338377 w 1345428"/>
                <a:gd name="connsiteY2" fmla="*/ 134325 h 139888"/>
                <a:gd name="connsiteX3" fmla="*/ 7140 w 1345428"/>
                <a:gd name="connsiteY3" fmla="*/ 134325 h 1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428" h="139888">
                  <a:moveTo>
                    <a:pt x="7140" y="7153"/>
                  </a:moveTo>
                  <a:lnTo>
                    <a:pt x="1338377" y="7153"/>
                  </a:lnTo>
                  <a:lnTo>
                    <a:pt x="1338377" y="134325"/>
                  </a:lnTo>
                  <a:lnTo>
                    <a:pt x="7140" y="134325"/>
                  </a:lnTo>
                  <a:close/>
                </a:path>
              </a:pathLst>
            </a:custGeom>
            <a:noFill/>
            <a:ln w="7144" cap="rnd">
              <a:noFill/>
              <a:prstDash val="solid"/>
              <a:round/>
            </a:ln>
          </p:spPr>
          <p:txBody>
            <a:bodyPr wrap="none" lIns="36000" tIns="0" rIns="36000" bIns="0" rtlCol="0" anchor="ctr">
              <a:spAutoFit/>
            </a:bodyPr>
            <a:lstStyle/>
            <a:p>
              <a:r>
                <a:rPr lang="de-DE" sz="800" dirty="0"/>
                <a:t>Toff=  2.85ms &gt;= (FC6 runtime </a:t>
              </a:r>
              <a:r>
                <a:rPr lang="de-DE" sz="800" dirty="0">
                  <a:sym typeface="Wingdings" panose="05000000000000000000" pitchFamily="2" charset="2"/>
                </a:rPr>
                <a:t></a:t>
              </a:r>
              <a:r>
                <a:rPr lang="de-DE" sz="800" dirty="0"/>
                <a:t> 202us)</a:t>
              </a:r>
              <a:endParaRPr lang="en-US" sz="800" dirty="0"/>
            </a:p>
          </p:txBody>
        </p: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E38A2B4A-1BB1-4DF1-AFEA-39C34E94E7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04312" y="3475458"/>
              <a:ext cx="446685" cy="0"/>
            </a:xfrm>
            <a:prstGeom prst="line">
              <a:avLst/>
            </a:prstGeom>
            <a:ln w="9525">
              <a:solidFill>
                <a:schemeClr val="bg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Connector: Elbow 347">
              <a:extLst>
                <a:ext uri="{FF2B5EF4-FFF2-40B4-BE49-F238E27FC236}">
                  <a16:creationId xmlns:a16="http://schemas.microsoft.com/office/drawing/2014/main" id="{4E691220-B163-4139-A7B6-C2C112994836}"/>
                </a:ext>
              </a:extLst>
            </p:cNvPr>
            <p:cNvCxnSpPr>
              <a:cxnSpLocks/>
            </p:cNvCxnSpPr>
            <p:nvPr/>
          </p:nvCxnSpPr>
          <p:spPr>
            <a:xfrm>
              <a:off x="7935261" y="3287207"/>
              <a:ext cx="489420" cy="188251"/>
            </a:xfrm>
            <a:prstGeom prst="bentConnector3">
              <a:avLst>
                <a:gd name="adj1" fmla="val 48"/>
              </a:avLst>
            </a:prstGeom>
            <a:ln w="9525">
              <a:solidFill>
                <a:schemeClr val="bg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38A53CE9-9FA3-4E05-A8C1-10405A957450}"/>
                </a:ext>
              </a:extLst>
            </p:cNvPr>
            <p:cNvSpPr/>
            <p:nvPr/>
          </p:nvSpPr>
          <p:spPr>
            <a:xfrm>
              <a:off x="8491708" y="4293672"/>
              <a:ext cx="126927" cy="495969"/>
            </a:xfrm>
            <a:custGeom>
              <a:avLst/>
              <a:gdLst>
                <a:gd name="connsiteX0" fmla="*/ 31372 w 126927"/>
                <a:gd name="connsiteY0" fmla="*/ 5426 h 495969"/>
                <a:gd name="connsiteX1" fmla="*/ 31445 w 126927"/>
                <a:gd name="connsiteY1" fmla="*/ 234230 h 495969"/>
                <a:gd name="connsiteX2" fmla="*/ 49364 w 126927"/>
                <a:gd name="connsiteY2" fmla="*/ 499668 h 495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27" h="495969">
                  <a:moveTo>
                    <a:pt x="31372" y="5426"/>
                  </a:moveTo>
                  <a:cubicBezTo>
                    <a:pt x="198780" y="117275"/>
                    <a:pt x="73246" y="150877"/>
                    <a:pt x="31445" y="234230"/>
                  </a:cubicBezTo>
                  <a:cubicBezTo>
                    <a:pt x="-2671" y="301904"/>
                    <a:pt x="18770" y="402417"/>
                    <a:pt x="49364" y="499668"/>
                  </a:cubicBezTo>
                </a:path>
              </a:pathLst>
            </a:custGeom>
            <a:noFill/>
            <a:ln w="9525" cap="rnd">
              <a:solidFill>
                <a:srgbClr val="FF0000"/>
              </a:solidFill>
              <a:custDash>
                <a:ds d="131250" sp="93750"/>
              </a:custDash>
              <a:round/>
              <a:headEnd type="none" w="med" len="med"/>
              <a:tailEnd type="arrow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E57FCAFE-4F0D-4E04-BBD9-73CE69DBEB97}"/>
                </a:ext>
              </a:extLst>
            </p:cNvPr>
            <p:cNvCxnSpPr/>
            <p:nvPr/>
          </p:nvCxnSpPr>
          <p:spPr>
            <a:xfrm flipV="1">
              <a:off x="8501456" y="4185120"/>
              <a:ext cx="0" cy="324000"/>
            </a:xfrm>
            <a:prstGeom prst="line">
              <a:avLst/>
            </a:prstGeom>
            <a:noFill/>
            <a:ln w="7144" cap="rnd">
              <a:solidFill>
                <a:srgbClr val="FF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60F52FF9-811A-45AF-91A1-76D8026ABC0D}"/>
                </a:ext>
              </a:extLst>
            </p:cNvPr>
            <p:cNvSpPr/>
            <p:nvPr/>
          </p:nvSpPr>
          <p:spPr>
            <a:xfrm>
              <a:off x="8532660" y="4665451"/>
              <a:ext cx="1060676" cy="264412"/>
            </a:xfrm>
            <a:custGeom>
              <a:avLst/>
              <a:gdLst>
                <a:gd name="connsiteX0" fmla="*/ 7140 w 1345428"/>
                <a:gd name="connsiteY0" fmla="*/ 7153 h 139888"/>
                <a:gd name="connsiteX1" fmla="*/ 1338377 w 1345428"/>
                <a:gd name="connsiteY1" fmla="*/ 7153 h 139888"/>
                <a:gd name="connsiteX2" fmla="*/ 1338377 w 1345428"/>
                <a:gd name="connsiteY2" fmla="*/ 134325 h 139888"/>
                <a:gd name="connsiteX3" fmla="*/ 7140 w 1345428"/>
                <a:gd name="connsiteY3" fmla="*/ 134325 h 1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428" h="139888">
                  <a:moveTo>
                    <a:pt x="7140" y="7153"/>
                  </a:moveTo>
                  <a:lnTo>
                    <a:pt x="1338377" y="7153"/>
                  </a:lnTo>
                  <a:lnTo>
                    <a:pt x="1338377" y="134325"/>
                  </a:lnTo>
                  <a:lnTo>
                    <a:pt x="7140" y="134325"/>
                  </a:lnTo>
                  <a:close/>
                </a:path>
              </a:pathLst>
            </a:custGeom>
            <a:noFill/>
            <a:ln w="7144" cap="rnd">
              <a:noFill/>
              <a:prstDash val="solid"/>
              <a:round/>
            </a:ln>
          </p:spPr>
          <p:txBody>
            <a:bodyPr lIns="36000" tIns="0" rIns="36000" bIns="0" rtlCol="0" anchor="ctr"/>
            <a:lstStyle/>
            <a:p>
              <a:r>
                <a:rPr lang="de-DE" sz="800" dirty="0">
                  <a:solidFill>
                    <a:srgbClr val="FF0000"/>
                  </a:solidFill>
                </a:rPr>
                <a:t>CDSP FC6 Interrupt</a:t>
              </a:r>
              <a:endParaRPr lang="en-US" sz="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1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EF72FA8-4604-4CD5-9F47-4B5C4BF16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099201"/>
              </p:ext>
            </p:extLst>
          </p:nvPr>
        </p:nvGraphicFramePr>
        <p:xfrm>
          <a:off x="3791744" y="2780928"/>
          <a:ext cx="8445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Packager Shell Object" showAsIcon="1" r:id="rId3" imgW="844658" imgH="527005" progId="Package">
                  <p:embed/>
                </p:oleObj>
              </mc:Choice>
              <mc:Fallback>
                <p:oleObj name="Packager Shell Object" showAsIcon="1" r:id="rId3" imgW="844658" imgH="52700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1744" y="2780928"/>
                        <a:ext cx="84455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B354B3F-5E20-4841-BBBC-4BDF58DCE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763385"/>
              </p:ext>
            </p:extLst>
          </p:nvPr>
        </p:nvGraphicFramePr>
        <p:xfrm>
          <a:off x="5519936" y="2780928"/>
          <a:ext cx="1270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Packager Shell Object" showAsIcon="1" r:id="rId5" imgW="1269847" imgH="527005" progId="Package">
                  <p:embed/>
                </p:oleObj>
              </mc:Choice>
              <mc:Fallback>
                <p:oleObj name="Packager Shell Object" showAsIcon="1" r:id="rId5" imgW="1269847" imgH="52700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9936" y="2780928"/>
                        <a:ext cx="12700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22B63B8-919E-44F2-9200-7FDE89210F6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The attached files are AI generated text </a:t>
            </a:r>
            <a:r>
              <a:rPr lang="de-DE" dirty="0">
                <a:sym typeface="Wingdings" panose="05000000000000000000" pitchFamily="2" charset="2"/>
              </a:rPr>
              <a:t>.</a:t>
            </a:r>
          </a:p>
          <a:p>
            <a:r>
              <a:rPr lang="de-DE" dirty="0">
                <a:sym typeface="Wingdings" panose="05000000000000000000" pitchFamily="2" charset="2"/>
              </a:rPr>
              <a:t>Please rename files to remove .txt extension and run them in python.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5562109-C884-44F8-AFE3-259D49FA8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Python files to create FFT plots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8507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OW_DATE" val="False"/>
  <p:tag name="MIO_SHOW_FOOTER" val="False"/>
  <p:tag name="MIO_SHOW_PAGENUMBER" val="False"/>
  <p:tag name="MIO_CD_LAYOUT_VALID_AREA" val="False"/>
  <p:tag name="MIO_EMBED_FONT" val="False"/>
  <p:tag name="MIO_NUMBER_OF_VALID_LAYOUTS" val="20"/>
  <p:tag name="MIO_FALLBACK_LAYOUT" val="1"/>
  <p:tag name="MIO_AVOID_BLANK_LAYOUT" val="True"/>
  <p:tag name="MIO_MATCH_COLOR_SCHEME" val="False"/>
  <p:tag name="MIO_HDS" val="True"/>
  <p:tag name="MIO_SKIPVERSION" val="01.01.0001 00:00:00"/>
  <p:tag name="MIO_EKGUID" val="f8120ca7-cceb-428f-a7d0-f20ce9397e1b"/>
  <p:tag name="MIO_UPDATE" val="True"/>
  <p:tag name="MIO_VERSION" val="19.01.2026 11:45:53"/>
  <p:tag name="MIO_DBID" val="FDE84254-54DB-49E3-9A0E-CDE72035D530"/>
  <p:tag name="MIO_LASTDOWNLOADED" val="21.01.2026 09:13:09.399"/>
  <p:tag name="MIO_OBJECTNAME" val="Infineon LCD 16:9"/>
  <p:tag name="MIO_CONTENTTAG" val="EiShwbTq9Uuj32IvFcNsTw==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3c63a079-761f-46c3-bc6a-2c8e781ae5b3"/>
  <p:tag name="MIO_GUID" val="716f7ade-7801-407b-93e2-13dc8b683ee9"/>
  <p:tag name="MIO_UPDATE" val="True"/>
  <p:tag name="MIO_VERSION" val="05.03.2023 11:13:49"/>
  <p:tag name="MIO_DBID" val="FDE84254-54DB-49E3-9A0E-CDE72035D530"/>
  <p:tag name="MIO_LASTDOWNLOADED" val="17.04.2026 18:45:47.837"/>
  <p:tag name="MIO_OBJECTNAME" val="Monitor"/>
  <p:tag name="MIO_CONTENTTAG" val="yVDNXf512kaac/8peC+wDSOX2o+cN3NMvBP+V+losfM="/>
  <p:tag name="MIO_LASTEDITORNAME" val="Verena Koh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3c63a079-761f-46c3-bc6a-2c8e781ae5b3"/>
  <p:tag name="MIO_GUID" val="716f7ade-7801-407b-93e2-13dc8b683ee9"/>
  <p:tag name="MIO_UPDATE" val="True"/>
  <p:tag name="MIO_VERSION" val="05.03.2023 11:13:49"/>
  <p:tag name="MIO_DBID" val="FDE84254-54DB-49E3-9A0E-CDE72035D530"/>
  <p:tag name="MIO_LASTDOWNLOADED" val="17.04.2026 18:45:47.837"/>
  <p:tag name="MIO_OBJECTNAME" val="Monitor"/>
  <p:tag name="MIO_CONTENTTAG" val="yVDNXf512kaac/8peC+wDSOX2o+cN3NMvBP+V+losfM="/>
  <p:tag name="MIO_LASTEDITORNAME" val="Verena Kohl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.pptx" id="{62F03EBF-CC22-4589-8F95-B3105BD69850}" vid="{996CBFD9-BC33-439E-A407-4E01F23DDB73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B56A61B4C00947898D82D06963611E" ma:contentTypeVersion="15" ma:contentTypeDescription="Ein neues Dokument erstellen." ma:contentTypeScope="" ma:versionID="1dc54802e6c7a0c11432c14fa31ef0b1">
  <xsd:schema xmlns:xsd="http://www.w3.org/2001/XMLSchema" xmlns:xs="http://www.w3.org/2001/XMLSchema" xmlns:p="http://schemas.microsoft.com/office/2006/metadata/properties" xmlns:ns2="59b6271e-7032-4958-8b1b-b397779a5edd" xmlns:ns3="8add22d0-fb4f-4780-81e3-4104ca6646f2" targetNamespace="http://schemas.microsoft.com/office/2006/metadata/properties" ma:root="true" ma:fieldsID="a6f0f3cc70ae8bf5c7c46b87ded16118" ns2:_="" ns3:_="">
    <xsd:import namespace="59b6271e-7032-4958-8b1b-b397779a5edd"/>
    <xsd:import namespace="8add22d0-fb4f-4780-81e3-4104ca6646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b6271e-7032-4958-8b1b-b397779a5e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d64df55c-0d35-4409-9d5b-5829daa2b6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d22d0-fb4f-4780-81e3-4104ca6646f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fc02de1-8c8f-4191-a788-16eb72695625}" ma:internalName="TaxCatchAll" ma:showField="CatchAllData" ma:web="8add22d0-fb4f-4780-81e3-4104ca664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dd22d0-fb4f-4780-81e3-4104ca6646f2" xsi:nil="true"/>
    <lcf76f155ced4ddcb4097134ff3c332f xmlns="59b6271e-7032-4958-8b1b-b397779a5ed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014FDB3-C68D-4DD7-B6CF-2B363C4C1B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b6271e-7032-4958-8b1b-b397779a5edd"/>
    <ds:schemaRef ds:uri="8add22d0-fb4f-4780-81e3-4104ca664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8add22d0-fb4f-4780-81e3-4104ca6646f2"/>
    <ds:schemaRef ds:uri="59b6271e-7032-4958-8b1b-b397779a5ed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1136</TotalTime>
  <Words>133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Unicode MS</vt:lpstr>
      <vt:lpstr>Verdana</vt:lpstr>
      <vt:lpstr>Wingdings</vt:lpstr>
      <vt:lpstr>Infineon 16:9</vt:lpstr>
      <vt:lpstr>Package</vt:lpstr>
      <vt:lpstr>PowerPoint Presentation</vt:lpstr>
      <vt:lpstr>PowerPoint Presentation</vt:lpstr>
      <vt:lpstr>PowerPoint Presentation</vt:lpstr>
      <vt:lpstr>Python files to create FFT plots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Abbi Ashok (ATV MC TM CES 2)</dc:creator>
  <cp:lastModifiedBy>Abbi Ashok (ATV MC TM CES 2)</cp:lastModifiedBy>
  <cp:revision>45</cp:revision>
  <dcterms:created xsi:type="dcterms:W3CDTF">2026-04-17T12:30:20Z</dcterms:created>
  <dcterms:modified xsi:type="dcterms:W3CDTF">2026-04-24T13:12:28Z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0x0101001EB56A61B4C00947898D82D06963611E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2025-12-31T23:00:00Z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true</vt:lpwstr>
  </property>
  <property fmtid="{D5CDD505-2E9C-101B-9397-08002B2CF9AE}" pid="23" name="MSIP_Label_a15a25aa-e944-415d-b7a7-40f6b9180b6b_SetDate">
    <vt:lpwstr>2026-01-19T11:45:44Z</vt:lpwstr>
  </property>
  <property fmtid="{D5CDD505-2E9C-101B-9397-08002B2CF9AE}" pid="24" name="MSIP_Label_a15a25aa-e944-415d-b7a7-40f6b9180b6b_Method">
    <vt:lpwstr>Standard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c8a1406b-396c-4c19-a875-13042f87da53</vt:lpwstr>
  </property>
  <property fmtid="{D5CDD505-2E9C-101B-9397-08002B2CF9AE}" pid="28" name="MSIP_Label_a15a25aa-e944-415d-b7a7-40f6b9180b6b_ContentBits">
    <vt:lpwstr>0</vt:lpwstr>
  </property>
  <property fmtid="{D5CDD505-2E9C-101B-9397-08002B2CF9AE}" pid="29" name="MSIP_Label_a15a25aa-e944-415d-b7a7-40f6b9180b6b_Tag">
    <vt:lpwstr>10, 3, 0, 1</vt:lpwstr>
  </property>
</Properties>
</file>